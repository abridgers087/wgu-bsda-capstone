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7" r:id="rId1"/>
  </p:sldMasterIdLst>
  <p:notesMasterIdLst>
    <p:notesMasterId r:id="rId12"/>
  </p:notesMasterIdLst>
  <p:sldIdLst>
    <p:sldId id="256" r:id="rId2"/>
    <p:sldId id="258" r:id="rId3"/>
    <p:sldId id="260" r:id="rId4"/>
    <p:sldId id="261" r:id="rId5"/>
    <p:sldId id="262" r:id="rId6"/>
    <p:sldId id="263" r:id="rId7"/>
    <p:sldId id="264" r:id="rId8"/>
    <p:sldId id="265" r:id="rId9"/>
    <p:sldId id="266" r:id="rId10"/>
    <p:sldId id="267"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9714E0-DCB1-4FC9-85C0-C03076861814}" v="90" dt="2026-01-06T20:24:51.6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7409" autoAdjust="0"/>
  </p:normalViewPr>
  <p:slideViewPr>
    <p:cSldViewPr snapToGrid="0">
      <p:cViewPr varScale="1">
        <p:scale>
          <a:sx n="97" d="100"/>
          <a:sy n="97" d="100"/>
        </p:scale>
        <p:origin x="111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ison Bridgers" userId="d5123932ab788766" providerId="LiveId" clId="{843AE544-9A27-4C8A-8E4B-3A996CE504D5}"/>
    <pc:docChg chg="undo custSel addSld delSld modSld addMainMaster delMainMaster">
      <pc:chgData name="Alison Bridgers" userId="d5123932ab788766" providerId="LiveId" clId="{843AE544-9A27-4C8A-8E4B-3A996CE504D5}" dt="2026-01-06T20:22:28.584" v="567" actId="22"/>
      <pc:docMkLst>
        <pc:docMk/>
      </pc:docMkLst>
      <pc:sldChg chg="addSp delSp modSp mod setBg modClrScheme addAnim delDesignElem chgLayout modNotesTx">
        <pc:chgData name="Alison Bridgers" userId="d5123932ab788766" providerId="LiveId" clId="{843AE544-9A27-4C8A-8E4B-3A996CE504D5}" dt="2026-01-06T20:21:59.219" v="565" actId="20577"/>
        <pc:sldMkLst>
          <pc:docMk/>
          <pc:sldMk cId="2721890042" sldId="256"/>
        </pc:sldMkLst>
        <pc:spChg chg="mod">
          <ac:chgData name="Alison Bridgers" userId="d5123932ab788766" providerId="LiveId" clId="{843AE544-9A27-4C8A-8E4B-3A996CE504D5}" dt="2026-01-06T14:36:00.438" v="324" actId="26606"/>
          <ac:spMkLst>
            <pc:docMk/>
            <pc:sldMk cId="2721890042" sldId="256"/>
            <ac:spMk id="2" creationId="{321A1083-FD71-420B-7B29-86889244C735}"/>
          </ac:spMkLst>
        </pc:spChg>
        <pc:spChg chg="mod">
          <ac:chgData name="Alison Bridgers" userId="d5123932ab788766" providerId="LiveId" clId="{843AE544-9A27-4C8A-8E4B-3A996CE504D5}" dt="2026-01-06T14:36:00.438" v="324" actId="26606"/>
          <ac:spMkLst>
            <pc:docMk/>
            <pc:sldMk cId="2721890042" sldId="256"/>
            <ac:spMk id="3" creationId="{EEF4E34F-D066-130E-3B7A-E8D778DA57BF}"/>
          </ac:spMkLst>
        </pc:spChg>
        <pc:spChg chg="add del">
          <ac:chgData name="Alison Bridgers" userId="d5123932ab788766" providerId="LiveId" clId="{843AE544-9A27-4C8A-8E4B-3A996CE504D5}" dt="2026-01-06T14:36:00.401" v="323" actId="26606"/>
          <ac:spMkLst>
            <pc:docMk/>
            <pc:sldMk cId="2721890042" sldId="256"/>
            <ac:spMk id="6" creationId="{FC23C8D4-BD3D-4473-B3D0-89011586BE82}"/>
          </ac:spMkLst>
        </pc:spChg>
        <pc:spChg chg="add">
          <ac:chgData name="Alison Bridgers" userId="d5123932ab788766" providerId="LiveId" clId="{843AE544-9A27-4C8A-8E4B-3A996CE504D5}" dt="2026-01-06T14:36:00.438" v="324" actId="26606"/>
          <ac:spMkLst>
            <pc:docMk/>
            <pc:sldMk cId="2721890042" sldId="256"/>
            <ac:spMk id="8" creationId="{256A7F27-5B86-4914-90A3-E04479F8E6C8}"/>
          </ac:spMkLst>
        </pc:spChg>
        <pc:spChg chg="add del">
          <ac:chgData name="Alison Bridgers" userId="d5123932ab788766" providerId="LiveId" clId="{843AE544-9A27-4C8A-8E4B-3A996CE504D5}" dt="2026-01-05T14:08:46.946" v="221"/>
          <ac:spMkLst>
            <pc:docMk/>
            <pc:sldMk cId="2721890042" sldId="256"/>
            <ac:spMk id="9" creationId="{19F9BF86-FE94-4517-B97D-026C7515E589}"/>
          </ac:spMkLst>
        </pc:spChg>
        <pc:spChg chg="add">
          <ac:chgData name="Alison Bridgers" userId="d5123932ab788766" providerId="LiveId" clId="{843AE544-9A27-4C8A-8E4B-3A996CE504D5}" dt="2026-01-06T14:36:00.438" v="324" actId="26606"/>
          <ac:spMkLst>
            <pc:docMk/>
            <pc:sldMk cId="2721890042" sldId="256"/>
            <ac:spMk id="10" creationId="{832A30EC-2C72-4D1B-9B53-76A0601A1F4C}"/>
          </ac:spMkLst>
        </pc:spChg>
        <pc:spChg chg="add del">
          <ac:chgData name="Alison Bridgers" userId="d5123932ab788766" providerId="LiveId" clId="{843AE544-9A27-4C8A-8E4B-3A996CE504D5}" dt="2026-01-05T14:08:46.946" v="221"/>
          <ac:spMkLst>
            <pc:docMk/>
            <pc:sldMk cId="2721890042" sldId="256"/>
            <ac:spMk id="11" creationId="{D30DD7D3-2712-4491-B2C2-5FC23330C7CB}"/>
          </ac:spMkLst>
        </pc:spChg>
        <pc:picChg chg="add mod">
          <ac:chgData name="Alison Bridgers" userId="d5123932ab788766" providerId="LiveId" clId="{843AE544-9A27-4C8A-8E4B-3A996CE504D5}" dt="2026-01-06T14:36:00.438" v="324" actId="26606"/>
          <ac:picMkLst>
            <pc:docMk/>
            <pc:sldMk cId="2721890042" sldId="256"/>
            <ac:picMk id="4" creationId="{2D33EBEA-3C58-FF47-187B-A5AE842F88AF}"/>
          </ac:picMkLst>
        </pc:picChg>
        <pc:cxnChg chg="add del">
          <ac:chgData name="Alison Bridgers" userId="d5123932ab788766" providerId="LiveId" clId="{843AE544-9A27-4C8A-8E4B-3A996CE504D5}" dt="2026-01-05T14:08:46.946" v="221"/>
          <ac:cxnSpMkLst>
            <pc:docMk/>
            <pc:sldMk cId="2721890042" sldId="256"/>
            <ac:cxnSpMk id="13" creationId="{FFD0734C-004D-4938-8EA0-2C3867A11A66}"/>
          </ac:cxnSpMkLst>
        </pc:cxnChg>
      </pc:sldChg>
      <pc:sldChg chg="new del">
        <pc:chgData name="Alison Bridgers" userId="d5123932ab788766" providerId="LiveId" clId="{843AE544-9A27-4C8A-8E4B-3A996CE504D5}" dt="2026-01-05T13:42:03.935" v="17" actId="47"/>
        <pc:sldMkLst>
          <pc:docMk/>
          <pc:sldMk cId="2952855699" sldId="257"/>
        </pc:sldMkLst>
      </pc:sldChg>
      <pc:sldChg chg="addSp delSp modSp new del mod">
        <pc:chgData name="Alison Bridgers" userId="d5123932ab788766" providerId="LiveId" clId="{843AE544-9A27-4C8A-8E4B-3A996CE504D5}" dt="2026-01-05T14:06:08.977" v="213" actId="2696"/>
        <pc:sldMkLst>
          <pc:docMk/>
          <pc:sldMk cId="4183308295" sldId="257"/>
        </pc:sldMkLst>
        <pc:spChg chg="mod">
          <ac:chgData name="Alison Bridgers" userId="d5123932ab788766" providerId="LiveId" clId="{843AE544-9A27-4C8A-8E4B-3A996CE504D5}" dt="2026-01-05T13:58:03.298" v="53"/>
          <ac:spMkLst>
            <pc:docMk/>
            <pc:sldMk cId="4183308295" sldId="257"/>
            <ac:spMk id="2" creationId="{CD0F1A3D-B05E-E652-679A-97DD8D730CCC}"/>
          </ac:spMkLst>
        </pc:spChg>
        <pc:spChg chg="del mod">
          <ac:chgData name="Alison Bridgers" userId="d5123932ab788766" providerId="LiveId" clId="{843AE544-9A27-4C8A-8E4B-3A996CE504D5}" dt="2026-01-05T13:56:12.157" v="25" actId="931"/>
          <ac:spMkLst>
            <pc:docMk/>
            <pc:sldMk cId="4183308295" sldId="257"/>
            <ac:spMk id="3" creationId="{09789139-89D9-61D4-60E5-2A7916EBBF85}"/>
          </ac:spMkLst>
        </pc:spChg>
        <pc:spChg chg="add del mod">
          <ac:chgData name="Alison Bridgers" userId="d5123932ab788766" providerId="LiveId" clId="{843AE544-9A27-4C8A-8E4B-3A996CE504D5}" dt="2026-01-05T13:57:12.897" v="46" actId="931"/>
          <ac:spMkLst>
            <pc:docMk/>
            <pc:sldMk cId="4183308295" sldId="257"/>
            <ac:spMk id="10" creationId="{A64D133F-7133-3428-A5E8-AA6C356B530B}"/>
          </ac:spMkLst>
        </pc:spChg>
        <pc:spChg chg="add del mod">
          <ac:chgData name="Alison Bridgers" userId="d5123932ab788766" providerId="LiveId" clId="{843AE544-9A27-4C8A-8E4B-3A996CE504D5}" dt="2026-01-05T13:57:24.964" v="50" actId="931"/>
          <ac:spMkLst>
            <pc:docMk/>
            <pc:sldMk cId="4183308295" sldId="257"/>
            <ac:spMk id="14" creationId="{D26B53B9-82F6-ADC0-BAB6-B93852DF8BF1}"/>
          </ac:spMkLst>
        </pc:spChg>
        <pc:picChg chg="add mod">
          <ac:chgData name="Alison Bridgers" userId="d5123932ab788766" providerId="LiveId" clId="{843AE544-9A27-4C8A-8E4B-3A996CE504D5}" dt="2026-01-05T13:55:58.439" v="24" actId="14100"/>
          <ac:picMkLst>
            <pc:docMk/>
            <pc:sldMk cId="4183308295" sldId="257"/>
            <ac:picMk id="5" creationId="{FCEAB4CF-CC3A-3E76-36A7-AFAA79C6310F}"/>
          </ac:picMkLst>
        </pc:picChg>
        <pc:picChg chg="add del mod">
          <ac:chgData name="Alison Bridgers" userId="d5123932ab788766" providerId="LiveId" clId="{843AE544-9A27-4C8A-8E4B-3A996CE504D5}" dt="2026-01-05T13:57:08.541" v="45" actId="478"/>
          <ac:picMkLst>
            <pc:docMk/>
            <pc:sldMk cId="4183308295" sldId="257"/>
            <ac:picMk id="7" creationId="{0807086B-902F-7E03-C94D-EA20CF1FA7DC}"/>
          </ac:picMkLst>
        </pc:picChg>
        <pc:picChg chg="add del mod">
          <ac:chgData name="Alison Bridgers" userId="d5123932ab788766" providerId="LiveId" clId="{843AE544-9A27-4C8A-8E4B-3A996CE504D5}" dt="2026-01-05T13:57:06.751" v="43" actId="478"/>
          <ac:picMkLst>
            <pc:docMk/>
            <pc:sldMk cId="4183308295" sldId="257"/>
            <ac:picMk id="8" creationId="{BE3BD8E8-3357-A3A3-159B-DEDEDD386D08}"/>
          </ac:picMkLst>
        </pc:picChg>
        <pc:picChg chg="add del mod">
          <ac:chgData name="Alison Bridgers" userId="d5123932ab788766" providerId="LiveId" clId="{843AE544-9A27-4C8A-8E4B-3A996CE504D5}" dt="2026-01-05T13:57:22.239" v="49" actId="478"/>
          <ac:picMkLst>
            <pc:docMk/>
            <pc:sldMk cId="4183308295" sldId="257"/>
            <ac:picMk id="12" creationId="{A0E0B469-D585-667A-1A2F-8A3537E15EEE}"/>
          </ac:picMkLst>
        </pc:picChg>
        <pc:picChg chg="add mod">
          <ac:chgData name="Alison Bridgers" userId="d5123932ab788766" providerId="LiveId" clId="{843AE544-9A27-4C8A-8E4B-3A996CE504D5}" dt="2026-01-05T13:57:25.660" v="52" actId="962"/>
          <ac:picMkLst>
            <pc:docMk/>
            <pc:sldMk cId="4183308295" sldId="257"/>
            <ac:picMk id="16" creationId="{B12B6BAD-A3F5-D37F-53FF-E7B28DC3CAD0}"/>
          </ac:picMkLst>
        </pc:picChg>
      </pc:sldChg>
      <pc:sldChg chg="addSp delSp modSp new mod setBg">
        <pc:chgData name="Alison Bridgers" userId="d5123932ab788766" providerId="LiveId" clId="{843AE544-9A27-4C8A-8E4B-3A996CE504D5}" dt="2026-01-05T14:09:15.075" v="229" actId="1076"/>
        <pc:sldMkLst>
          <pc:docMk/>
          <pc:sldMk cId="2814498028" sldId="258"/>
        </pc:sldMkLst>
        <pc:spChg chg="add del mod">
          <ac:chgData name="Alison Bridgers" userId="d5123932ab788766" providerId="LiveId" clId="{843AE544-9A27-4C8A-8E4B-3A996CE504D5}" dt="2026-01-05T14:00:53.786" v="93"/>
          <ac:spMkLst>
            <pc:docMk/>
            <pc:sldMk cId="2814498028" sldId="258"/>
            <ac:spMk id="10" creationId="{6C55A1CE-2070-8613-7DD4-69E4ED9099C4}"/>
          </ac:spMkLst>
        </pc:spChg>
        <pc:spChg chg="add mod ord">
          <ac:chgData name="Alison Bridgers" userId="d5123932ab788766" providerId="LiveId" clId="{843AE544-9A27-4C8A-8E4B-3A996CE504D5}" dt="2026-01-05T14:05:56.140" v="212" actId="115"/>
          <ac:spMkLst>
            <pc:docMk/>
            <pc:sldMk cId="2814498028" sldId="258"/>
            <ac:spMk id="11" creationId="{7F096002-324D-FF3C-B2C1-781DDA249157}"/>
          </ac:spMkLst>
        </pc:spChg>
        <pc:spChg chg="add del mod">
          <ac:chgData name="Alison Bridgers" userId="d5123932ab788766" providerId="LiveId" clId="{843AE544-9A27-4C8A-8E4B-3A996CE504D5}" dt="2026-01-05T14:02:47.116" v="107"/>
          <ac:spMkLst>
            <pc:docMk/>
            <pc:sldMk cId="2814498028" sldId="258"/>
            <ac:spMk id="12" creationId="{7D72C428-511C-1A4D-06FC-3E42AF04FE65}"/>
          </ac:spMkLst>
        </pc:spChg>
        <pc:spChg chg="add">
          <ac:chgData name="Alison Bridgers" userId="d5123932ab788766" providerId="LiveId" clId="{843AE544-9A27-4C8A-8E4B-3A996CE504D5}" dt="2026-01-05T14:02:32.548" v="103"/>
          <ac:spMkLst>
            <pc:docMk/>
            <pc:sldMk cId="2814498028" sldId="258"/>
            <ac:spMk id="13" creationId="{6C705414-0F64-7157-D568-BE0A6A1E1445}"/>
          </ac:spMkLst>
        </pc:spChg>
        <pc:spChg chg="add">
          <ac:chgData name="Alison Bridgers" userId="d5123932ab788766" providerId="LiveId" clId="{843AE544-9A27-4C8A-8E4B-3A996CE504D5}" dt="2026-01-05T14:02:38.278" v="105"/>
          <ac:spMkLst>
            <pc:docMk/>
            <pc:sldMk cId="2814498028" sldId="258"/>
            <ac:spMk id="14" creationId="{E7FE5EBA-FB30-6374-A9F1-2C6F14330180}"/>
          </ac:spMkLst>
        </pc:spChg>
        <pc:spChg chg="add mod">
          <ac:chgData name="Alison Bridgers" userId="d5123932ab788766" providerId="LiveId" clId="{843AE544-9A27-4C8A-8E4B-3A996CE504D5}" dt="2026-01-05T14:06:15.565" v="214" actId="33524"/>
          <ac:spMkLst>
            <pc:docMk/>
            <pc:sldMk cId="2814498028" sldId="258"/>
            <ac:spMk id="15" creationId="{7F43CE86-3358-108F-3E83-44118BA8813E}"/>
          </ac:spMkLst>
        </pc:spChg>
        <pc:spChg chg="add mod">
          <ac:chgData name="Alison Bridgers" userId="d5123932ab788766" providerId="LiveId" clId="{843AE544-9A27-4C8A-8E4B-3A996CE504D5}" dt="2026-01-05T14:03:02.589" v="110"/>
          <ac:spMkLst>
            <pc:docMk/>
            <pc:sldMk cId="2814498028" sldId="258"/>
            <ac:spMk id="16" creationId="{0C8941E2-F81D-5C1E-BDBD-A5838F834811}"/>
          </ac:spMkLst>
        </pc:spChg>
        <pc:spChg chg="add">
          <ac:chgData name="Alison Bridgers" userId="d5123932ab788766" providerId="LiveId" clId="{843AE544-9A27-4C8A-8E4B-3A996CE504D5}" dt="2026-01-05T14:03:08.288" v="111"/>
          <ac:spMkLst>
            <pc:docMk/>
            <pc:sldMk cId="2814498028" sldId="258"/>
            <ac:spMk id="17" creationId="{BCAD2760-5C15-A601-33D6-A62AECE1772E}"/>
          </ac:spMkLst>
        </pc:spChg>
        <pc:spChg chg="add del mod">
          <ac:chgData name="Alison Bridgers" userId="d5123932ab788766" providerId="LiveId" clId="{843AE544-9A27-4C8A-8E4B-3A996CE504D5}" dt="2026-01-05T14:07:44.960" v="218" actId="21"/>
          <ac:spMkLst>
            <pc:docMk/>
            <pc:sldMk cId="2814498028" sldId="258"/>
            <ac:spMk id="18" creationId="{EE3528D5-4BFB-52E6-9473-6B18DDCD927B}"/>
          </ac:spMkLst>
        </pc:spChg>
        <pc:spChg chg="add del">
          <ac:chgData name="Alison Bridgers" userId="d5123932ab788766" providerId="LiveId" clId="{843AE544-9A27-4C8A-8E4B-3A996CE504D5}" dt="2026-01-05T14:04:26.223" v="183" actId="26606"/>
          <ac:spMkLst>
            <pc:docMk/>
            <pc:sldMk cId="2814498028" sldId="258"/>
            <ac:spMk id="22" creationId="{744CAA32-F237-419C-A2DD-43C28D920D3C}"/>
          </ac:spMkLst>
        </pc:spChg>
        <pc:spChg chg="add del">
          <ac:chgData name="Alison Bridgers" userId="d5123932ab788766" providerId="LiveId" clId="{843AE544-9A27-4C8A-8E4B-3A996CE504D5}" dt="2026-01-05T14:04:28.825" v="185" actId="26606"/>
          <ac:spMkLst>
            <pc:docMk/>
            <pc:sldMk cId="2814498028" sldId="258"/>
            <ac:spMk id="27" creationId="{DBDA151C-5770-45E4-AAFF-59E7F403866D}"/>
          </ac:spMkLst>
        </pc:spChg>
        <pc:spChg chg="add del">
          <ac:chgData name="Alison Bridgers" userId="d5123932ab788766" providerId="LiveId" clId="{843AE544-9A27-4C8A-8E4B-3A996CE504D5}" dt="2026-01-05T14:04:33.210" v="187" actId="26606"/>
          <ac:spMkLst>
            <pc:docMk/>
            <pc:sldMk cId="2814498028" sldId="258"/>
            <ac:spMk id="31" creationId="{744CAA32-F237-419C-A2DD-43C28D920D3C}"/>
          </ac:spMkLst>
        </pc:spChg>
        <pc:spChg chg="add del">
          <ac:chgData name="Alison Bridgers" userId="d5123932ab788766" providerId="LiveId" clId="{843AE544-9A27-4C8A-8E4B-3A996CE504D5}" dt="2026-01-05T14:04:43.547" v="191" actId="26606"/>
          <ac:spMkLst>
            <pc:docMk/>
            <pc:sldMk cId="2814498028" sldId="258"/>
            <ac:spMk id="35" creationId="{063F27BC-7079-4FF7-8F7C-ABC82FA3C247}"/>
          </ac:spMkLst>
        </pc:spChg>
        <pc:picChg chg="add mod ord">
          <ac:chgData name="Alison Bridgers" userId="d5123932ab788766" providerId="LiveId" clId="{843AE544-9A27-4C8A-8E4B-3A996CE504D5}" dt="2026-01-05T14:09:04.950" v="226" actId="14100"/>
          <ac:picMkLst>
            <pc:docMk/>
            <pc:sldMk cId="2814498028" sldId="258"/>
            <ac:picMk id="3" creationId="{DAD5AA1A-6CF1-F127-32F5-0D6D40B960EF}"/>
          </ac:picMkLst>
        </pc:picChg>
        <pc:picChg chg="add mod ord">
          <ac:chgData name="Alison Bridgers" userId="d5123932ab788766" providerId="LiveId" clId="{843AE544-9A27-4C8A-8E4B-3A996CE504D5}" dt="2026-01-05T14:09:15.075" v="229" actId="1076"/>
          <ac:picMkLst>
            <pc:docMk/>
            <pc:sldMk cId="2814498028" sldId="258"/>
            <ac:picMk id="5" creationId="{A90C4211-7FA7-7C92-E1D5-519793E14FA2}"/>
          </ac:picMkLst>
        </pc:picChg>
        <pc:picChg chg="add mod ord">
          <ac:chgData name="Alison Bridgers" userId="d5123932ab788766" providerId="LiveId" clId="{843AE544-9A27-4C8A-8E4B-3A996CE504D5}" dt="2026-01-05T14:09:01.512" v="225" actId="1076"/>
          <ac:picMkLst>
            <pc:docMk/>
            <pc:sldMk cId="2814498028" sldId="258"/>
            <ac:picMk id="7" creationId="{7FDEB0EB-187B-D82B-2E74-1117D932D591}"/>
          </ac:picMkLst>
        </pc:picChg>
        <pc:picChg chg="add del mod">
          <ac:chgData name="Alison Bridgers" userId="d5123932ab788766" providerId="LiveId" clId="{843AE544-9A27-4C8A-8E4B-3A996CE504D5}" dt="2026-01-05T14:00:35.573" v="90" actId="478"/>
          <ac:picMkLst>
            <pc:docMk/>
            <pc:sldMk cId="2814498028" sldId="258"/>
            <ac:picMk id="9" creationId="{CA8EBF37-D9A3-A75C-F88F-54D13C3C926F}"/>
          </ac:picMkLst>
        </pc:picChg>
        <pc:cxnChg chg="add del">
          <ac:chgData name="Alison Bridgers" userId="d5123932ab788766" providerId="LiveId" clId="{843AE544-9A27-4C8A-8E4B-3A996CE504D5}" dt="2026-01-05T14:04:26.223" v="183" actId="26606"/>
          <ac:cxnSpMkLst>
            <pc:docMk/>
            <pc:sldMk cId="2814498028" sldId="258"/>
            <ac:cxnSpMk id="20" creationId="{118E06E4-607B-144B-382B-AD3D06B1EE8C}"/>
          </ac:cxnSpMkLst>
        </pc:cxnChg>
        <pc:cxnChg chg="add del">
          <ac:chgData name="Alison Bridgers" userId="d5123932ab788766" providerId="LiveId" clId="{843AE544-9A27-4C8A-8E4B-3A996CE504D5}" dt="2026-01-05T14:04:26.223" v="183" actId="26606"/>
          <ac:cxnSpMkLst>
            <pc:docMk/>
            <pc:sldMk cId="2814498028" sldId="258"/>
            <ac:cxnSpMk id="24" creationId="{753FE100-D0AB-4AE2-824B-60CFA31EC6A2}"/>
          </ac:cxnSpMkLst>
        </pc:cxnChg>
        <pc:cxnChg chg="add del">
          <ac:chgData name="Alison Bridgers" userId="d5123932ab788766" providerId="LiveId" clId="{843AE544-9A27-4C8A-8E4B-3A996CE504D5}" dt="2026-01-05T14:04:28.825" v="185" actId="26606"/>
          <ac:cxnSpMkLst>
            <pc:docMk/>
            <pc:sldMk cId="2814498028" sldId="258"/>
            <ac:cxnSpMk id="26" creationId="{118E06E4-607B-144B-382B-AD3D06B1EE8C}"/>
          </ac:cxnSpMkLst>
        </pc:cxnChg>
        <pc:cxnChg chg="add del">
          <ac:chgData name="Alison Bridgers" userId="d5123932ab788766" providerId="LiveId" clId="{843AE544-9A27-4C8A-8E4B-3A996CE504D5}" dt="2026-01-05T14:04:28.825" v="185" actId="26606"/>
          <ac:cxnSpMkLst>
            <pc:docMk/>
            <pc:sldMk cId="2814498028" sldId="258"/>
            <ac:cxnSpMk id="28" creationId="{AFD399DC-C2A2-0C7F-F0B0-4A5341301965}"/>
          </ac:cxnSpMkLst>
        </pc:cxnChg>
        <pc:cxnChg chg="add del">
          <ac:chgData name="Alison Bridgers" userId="d5123932ab788766" providerId="LiveId" clId="{843AE544-9A27-4C8A-8E4B-3A996CE504D5}" dt="2026-01-05T14:04:33.210" v="187" actId="26606"/>
          <ac:cxnSpMkLst>
            <pc:docMk/>
            <pc:sldMk cId="2814498028" sldId="258"/>
            <ac:cxnSpMk id="30" creationId="{118E06E4-607B-144B-382B-AD3D06B1EE8C}"/>
          </ac:cxnSpMkLst>
        </pc:cxnChg>
        <pc:cxnChg chg="add del">
          <ac:chgData name="Alison Bridgers" userId="d5123932ab788766" providerId="LiveId" clId="{843AE544-9A27-4C8A-8E4B-3A996CE504D5}" dt="2026-01-05T14:04:33.210" v="187" actId="26606"/>
          <ac:cxnSpMkLst>
            <pc:docMk/>
            <pc:sldMk cId="2814498028" sldId="258"/>
            <ac:cxnSpMk id="32" creationId="{E16CB74F-F3CC-4B0B-B50E-878BEDB2CF13}"/>
          </ac:cxnSpMkLst>
        </pc:cxnChg>
        <pc:cxnChg chg="add del">
          <ac:chgData name="Alison Bridgers" userId="d5123932ab788766" providerId="LiveId" clId="{843AE544-9A27-4C8A-8E4B-3A996CE504D5}" dt="2026-01-05T14:04:43.547" v="191" actId="26606"/>
          <ac:cxnSpMkLst>
            <pc:docMk/>
            <pc:sldMk cId="2814498028" sldId="258"/>
            <ac:cxnSpMk id="34" creationId="{118E06E4-607B-144B-382B-AD3D06B1EE8C}"/>
          </ac:cxnSpMkLst>
        </pc:cxnChg>
        <pc:cxnChg chg="add del">
          <ac:chgData name="Alison Bridgers" userId="d5123932ab788766" providerId="LiveId" clId="{843AE544-9A27-4C8A-8E4B-3A996CE504D5}" dt="2026-01-05T14:04:43.547" v="191" actId="26606"/>
          <ac:cxnSpMkLst>
            <pc:docMk/>
            <pc:sldMk cId="2814498028" sldId="258"/>
            <ac:cxnSpMk id="36" creationId="{1B560739-B433-CD10-ACB8-1B71423D41A4}"/>
          </ac:cxnSpMkLst>
        </pc:cxnChg>
      </pc:sldChg>
      <pc:sldChg chg="new del">
        <pc:chgData name="Alison Bridgers" userId="d5123932ab788766" providerId="LiveId" clId="{843AE544-9A27-4C8A-8E4B-3A996CE504D5}" dt="2026-01-05T13:42:03.370" v="16" actId="47"/>
        <pc:sldMkLst>
          <pc:docMk/>
          <pc:sldMk cId="3914875594" sldId="258"/>
        </pc:sldMkLst>
      </pc:sldChg>
      <pc:sldChg chg="new del">
        <pc:chgData name="Alison Bridgers" userId="d5123932ab788766" providerId="LiveId" clId="{843AE544-9A27-4C8A-8E4B-3A996CE504D5}" dt="2026-01-06T14:27:03.252" v="320" actId="2696"/>
        <pc:sldMkLst>
          <pc:docMk/>
          <pc:sldMk cId="1809992232" sldId="259"/>
        </pc:sldMkLst>
      </pc:sldChg>
      <pc:sldChg chg="addSp delSp modSp new mod setBg">
        <pc:chgData name="Alison Bridgers" userId="d5123932ab788766" providerId="LiveId" clId="{843AE544-9A27-4C8A-8E4B-3A996CE504D5}" dt="2026-01-06T14:26:55.639" v="319" actId="26606"/>
        <pc:sldMkLst>
          <pc:docMk/>
          <pc:sldMk cId="1283517055" sldId="260"/>
        </pc:sldMkLst>
        <pc:spChg chg="mod">
          <ac:chgData name="Alison Bridgers" userId="d5123932ab788766" providerId="LiveId" clId="{843AE544-9A27-4C8A-8E4B-3A996CE504D5}" dt="2026-01-06T14:26:55.639" v="319" actId="26606"/>
          <ac:spMkLst>
            <pc:docMk/>
            <pc:sldMk cId="1283517055" sldId="260"/>
            <ac:spMk id="2" creationId="{E1EBEAAB-A2D9-B91A-93CB-49863F4FACFD}"/>
          </ac:spMkLst>
        </pc:spChg>
        <pc:spChg chg="del">
          <ac:chgData name="Alison Bridgers" userId="d5123932ab788766" providerId="LiveId" clId="{843AE544-9A27-4C8A-8E4B-3A996CE504D5}" dt="2026-01-06T14:23:07.854" v="293"/>
          <ac:spMkLst>
            <pc:docMk/>
            <pc:sldMk cId="1283517055" sldId="260"/>
            <ac:spMk id="3" creationId="{D1287E79-FCEE-6D88-FF6B-438C6037C6C7}"/>
          </ac:spMkLst>
        </pc:spChg>
        <pc:spChg chg="add del mod">
          <ac:chgData name="Alison Bridgers" userId="d5123932ab788766" providerId="LiveId" clId="{843AE544-9A27-4C8A-8E4B-3A996CE504D5}" dt="2026-01-06T14:26:36.642" v="316"/>
          <ac:spMkLst>
            <pc:docMk/>
            <pc:sldMk cId="1283517055" sldId="260"/>
            <ac:spMk id="4" creationId="{4870E969-42A5-413B-53C2-05BB06D63629}"/>
          </ac:spMkLst>
        </pc:spChg>
        <pc:spChg chg="add">
          <ac:chgData name="Alison Bridgers" userId="d5123932ab788766" providerId="LiveId" clId="{843AE544-9A27-4C8A-8E4B-3A996CE504D5}" dt="2026-01-06T14:26:26.331" v="314"/>
          <ac:spMkLst>
            <pc:docMk/>
            <pc:sldMk cId="1283517055" sldId="260"/>
            <ac:spMk id="5" creationId="{AA232452-4783-5B0F-EECA-0336F10FC39B}"/>
          </ac:spMkLst>
        </pc:spChg>
        <pc:spChg chg="add del mod">
          <ac:chgData name="Alison Bridgers" userId="d5123932ab788766" providerId="LiveId" clId="{843AE544-9A27-4C8A-8E4B-3A996CE504D5}" dt="2026-01-06T14:26:55.639" v="319" actId="26606"/>
          <ac:spMkLst>
            <pc:docMk/>
            <pc:sldMk cId="1283517055" sldId="260"/>
            <ac:spMk id="6" creationId="{9E1967BC-A14A-5750-73D5-B74E6DDB2784}"/>
          </ac:spMkLst>
        </pc:spChg>
        <pc:graphicFrameChg chg="add">
          <ac:chgData name="Alison Bridgers" userId="d5123932ab788766" providerId="LiveId" clId="{843AE544-9A27-4C8A-8E4B-3A996CE504D5}" dt="2026-01-06T14:26:55.639" v="319" actId="26606"/>
          <ac:graphicFrameMkLst>
            <pc:docMk/>
            <pc:sldMk cId="1283517055" sldId="260"/>
            <ac:graphicFrameMk id="8" creationId="{308616A0-5CA1-6161-230F-795B9385EE99}"/>
          </ac:graphicFrameMkLst>
        </pc:graphicFrameChg>
      </pc:sldChg>
      <pc:sldChg chg="addSp delSp modSp new mod setBg">
        <pc:chgData name="Alison Bridgers" userId="d5123932ab788766" providerId="LiveId" clId="{843AE544-9A27-4C8A-8E4B-3A996CE504D5}" dt="2026-01-06T20:22:28.584" v="567" actId="22"/>
        <pc:sldMkLst>
          <pc:docMk/>
          <pc:sldMk cId="3778067103" sldId="261"/>
        </pc:sldMkLst>
        <pc:spChg chg="add mod">
          <ac:chgData name="Alison Bridgers" userId="d5123932ab788766" providerId="LiveId" clId="{843AE544-9A27-4C8A-8E4B-3A996CE504D5}" dt="2026-01-06T14:47:03.377" v="397" actId="26606"/>
          <ac:spMkLst>
            <pc:docMk/>
            <pc:sldMk cId="3778067103" sldId="261"/>
            <ac:spMk id="2" creationId="{C99E9AB2-0741-4192-0213-26A97C3F031D}"/>
          </ac:spMkLst>
        </pc:spChg>
        <pc:spChg chg="add del mod">
          <ac:chgData name="Alison Bridgers" userId="d5123932ab788766" providerId="LiveId" clId="{843AE544-9A27-4C8A-8E4B-3A996CE504D5}" dt="2026-01-06T14:45:05.864" v="360"/>
          <ac:spMkLst>
            <pc:docMk/>
            <pc:sldMk cId="3778067103" sldId="261"/>
            <ac:spMk id="3" creationId="{DA0B4C2B-107F-C520-B76A-034AAB467992}"/>
          </ac:spMkLst>
        </pc:spChg>
        <pc:spChg chg="add">
          <ac:chgData name="Alison Bridgers" userId="d5123932ab788766" providerId="LiveId" clId="{843AE544-9A27-4C8A-8E4B-3A996CE504D5}" dt="2026-01-06T14:44:56.562" v="356"/>
          <ac:spMkLst>
            <pc:docMk/>
            <pc:sldMk cId="3778067103" sldId="261"/>
            <ac:spMk id="4" creationId="{F1DECC8F-9223-E953-0DEF-2CA541C4CB9F}"/>
          </ac:spMkLst>
        </pc:spChg>
        <pc:spChg chg="add">
          <ac:chgData name="Alison Bridgers" userId="d5123932ab788766" providerId="LiveId" clId="{843AE544-9A27-4C8A-8E4B-3A996CE504D5}" dt="2026-01-06T14:45:03.332" v="358"/>
          <ac:spMkLst>
            <pc:docMk/>
            <pc:sldMk cId="3778067103" sldId="261"/>
            <ac:spMk id="5" creationId="{C0575097-FC5E-9D27-B679-0999C39775B4}"/>
          </ac:spMkLst>
        </pc:spChg>
        <pc:spChg chg="add mod">
          <ac:chgData name="Alison Bridgers" userId="d5123932ab788766" providerId="LiveId" clId="{843AE544-9A27-4C8A-8E4B-3A996CE504D5}" dt="2026-01-06T14:47:03.377" v="397" actId="26606"/>
          <ac:spMkLst>
            <pc:docMk/>
            <pc:sldMk cId="3778067103" sldId="261"/>
            <ac:spMk id="6" creationId="{B00E3744-3B30-DC82-77B7-DB939F52F549}"/>
          </ac:spMkLst>
        </pc:spChg>
        <pc:spChg chg="add del">
          <ac:chgData name="Alison Bridgers" userId="d5123932ab788766" providerId="LiveId" clId="{843AE544-9A27-4C8A-8E4B-3A996CE504D5}" dt="2026-01-06T20:22:28.584" v="567" actId="22"/>
          <ac:spMkLst>
            <pc:docMk/>
            <pc:sldMk cId="3778067103" sldId="261"/>
            <ac:spMk id="9" creationId="{686907FE-019E-FAB0-7C9D-4B5DE66664E7}"/>
          </ac:spMkLst>
        </pc:spChg>
        <pc:spChg chg="add del">
          <ac:chgData name="Alison Bridgers" userId="d5123932ab788766" providerId="LiveId" clId="{843AE544-9A27-4C8A-8E4B-3A996CE504D5}" dt="2026-01-06T14:46:01.848" v="372" actId="26606"/>
          <ac:spMkLst>
            <pc:docMk/>
            <pc:sldMk cId="3778067103" sldId="261"/>
            <ac:spMk id="15" creationId="{4DE0D6BE-330A-422D-9BD9-1E18F73C6E1E}"/>
          </ac:spMkLst>
        </pc:spChg>
        <pc:spChg chg="add del">
          <ac:chgData name="Alison Bridgers" userId="d5123932ab788766" providerId="LiveId" clId="{843AE544-9A27-4C8A-8E4B-3A996CE504D5}" dt="2026-01-06T14:46:39.887" v="388" actId="26606"/>
          <ac:spMkLst>
            <pc:docMk/>
            <pc:sldMk cId="3778067103" sldId="261"/>
            <ac:spMk id="30" creationId="{4DE0D6BE-330A-422D-9BD9-1E18F73C6E1E}"/>
          </ac:spMkLst>
        </pc:spChg>
        <pc:picChg chg="add del">
          <ac:chgData name="Alison Bridgers" userId="d5123932ab788766" providerId="LiveId" clId="{843AE544-9A27-4C8A-8E4B-3A996CE504D5}" dt="2026-01-06T14:45:59.976" v="370" actId="26606"/>
          <ac:picMkLst>
            <pc:docMk/>
            <pc:sldMk cId="3778067103" sldId="261"/>
            <ac:picMk id="8" creationId="{E838670D-4ADF-D341-7D48-AAE544EF67C1}"/>
          </ac:picMkLst>
        </pc:picChg>
        <pc:picChg chg="add del">
          <ac:chgData name="Alison Bridgers" userId="d5123932ab788766" providerId="LiveId" clId="{843AE544-9A27-4C8A-8E4B-3A996CE504D5}" dt="2026-01-06T14:46:08.029" v="376" actId="26606"/>
          <ac:picMkLst>
            <pc:docMk/>
            <pc:sldMk cId="3778067103" sldId="261"/>
            <ac:picMk id="10" creationId="{7E4FE286-0A5D-3B8D-FAA0-801C54464DA4}"/>
          </ac:picMkLst>
        </pc:picChg>
        <pc:picChg chg="add del">
          <ac:chgData name="Alison Bridgers" userId="d5123932ab788766" providerId="LiveId" clId="{843AE544-9A27-4C8A-8E4B-3A996CE504D5}" dt="2026-01-06T14:46:12.480" v="378" actId="26606"/>
          <ac:picMkLst>
            <pc:docMk/>
            <pc:sldMk cId="3778067103" sldId="261"/>
            <ac:picMk id="13" creationId="{10D62400-4203-3395-7E02-828BDAB82D83}"/>
          </ac:picMkLst>
        </pc:picChg>
        <pc:picChg chg="add del">
          <ac:chgData name="Alison Bridgers" userId="d5123932ab788766" providerId="LiveId" clId="{843AE544-9A27-4C8A-8E4B-3A996CE504D5}" dt="2026-01-06T14:46:01.848" v="372" actId="26606"/>
          <ac:picMkLst>
            <pc:docMk/>
            <pc:sldMk cId="3778067103" sldId="261"/>
            <ac:picMk id="14" creationId="{FFAB5E1F-12F9-AEB5-A72A-E0E66D283E8F}"/>
          </ac:picMkLst>
        </pc:picChg>
        <pc:picChg chg="add del">
          <ac:chgData name="Alison Bridgers" userId="d5123932ab788766" providerId="LiveId" clId="{843AE544-9A27-4C8A-8E4B-3A996CE504D5}" dt="2026-01-06T14:46:17.162" v="380" actId="26606"/>
          <ac:picMkLst>
            <pc:docMk/>
            <pc:sldMk cId="3778067103" sldId="261"/>
            <ac:picMk id="16" creationId="{3302481B-C331-3176-9906-5652728E185D}"/>
          </ac:picMkLst>
        </pc:picChg>
        <pc:picChg chg="add del">
          <ac:chgData name="Alison Bridgers" userId="d5123932ab788766" providerId="LiveId" clId="{843AE544-9A27-4C8A-8E4B-3A996CE504D5}" dt="2026-01-06T14:46:04.791" v="374" actId="26606"/>
          <ac:picMkLst>
            <pc:docMk/>
            <pc:sldMk cId="3778067103" sldId="261"/>
            <ac:picMk id="17" creationId="{E838670D-4ADF-D341-7D48-AAE544EF67C1}"/>
          </ac:picMkLst>
        </pc:picChg>
        <pc:picChg chg="add del">
          <ac:chgData name="Alison Bridgers" userId="d5123932ab788766" providerId="LiveId" clId="{843AE544-9A27-4C8A-8E4B-3A996CE504D5}" dt="2026-01-06T14:46:25.126" v="382" actId="26606"/>
          <ac:picMkLst>
            <pc:docMk/>
            <pc:sldMk cId="3778067103" sldId="261"/>
            <ac:picMk id="21" creationId="{CE900B6D-0ED0-8114-B03D-2A69AB98C551}"/>
          </ac:picMkLst>
        </pc:picChg>
        <pc:picChg chg="add del">
          <ac:chgData name="Alison Bridgers" userId="d5123932ab788766" providerId="LiveId" clId="{843AE544-9A27-4C8A-8E4B-3A996CE504D5}" dt="2026-01-06T14:46:28.600" v="384" actId="26606"/>
          <ac:picMkLst>
            <pc:docMk/>
            <pc:sldMk cId="3778067103" sldId="261"/>
            <ac:picMk id="24" creationId="{3302481B-C331-3176-9906-5652728E185D}"/>
          </ac:picMkLst>
        </pc:picChg>
        <pc:picChg chg="add del">
          <ac:chgData name="Alison Bridgers" userId="d5123932ab788766" providerId="LiveId" clId="{843AE544-9A27-4C8A-8E4B-3A996CE504D5}" dt="2026-01-06T14:46:37.613" v="386" actId="26606"/>
          <ac:picMkLst>
            <pc:docMk/>
            <pc:sldMk cId="3778067103" sldId="261"/>
            <ac:picMk id="27" creationId="{10D62400-4203-3395-7E02-828BDAB82D83}"/>
          </ac:picMkLst>
        </pc:picChg>
        <pc:picChg chg="add del">
          <ac:chgData name="Alison Bridgers" userId="d5123932ab788766" providerId="LiveId" clId="{843AE544-9A27-4C8A-8E4B-3A996CE504D5}" dt="2026-01-06T14:46:39.887" v="388" actId="26606"/>
          <ac:picMkLst>
            <pc:docMk/>
            <pc:sldMk cId="3778067103" sldId="261"/>
            <ac:picMk id="29" creationId="{FFAB5E1F-12F9-AEB5-A72A-E0E66D283E8F}"/>
          </ac:picMkLst>
        </pc:picChg>
        <pc:picChg chg="add del">
          <ac:chgData name="Alison Bridgers" userId="d5123932ab788766" providerId="LiveId" clId="{843AE544-9A27-4C8A-8E4B-3A996CE504D5}" dt="2026-01-06T14:46:43.406" v="390" actId="26606"/>
          <ac:picMkLst>
            <pc:docMk/>
            <pc:sldMk cId="3778067103" sldId="261"/>
            <ac:picMk id="32" creationId="{E838670D-4ADF-D341-7D48-AAE544EF67C1}"/>
          </ac:picMkLst>
        </pc:picChg>
        <pc:picChg chg="add del">
          <ac:chgData name="Alison Bridgers" userId="d5123932ab788766" providerId="LiveId" clId="{843AE544-9A27-4C8A-8E4B-3A996CE504D5}" dt="2026-01-06T14:46:47.466" v="392" actId="26606"/>
          <ac:picMkLst>
            <pc:docMk/>
            <pc:sldMk cId="3778067103" sldId="261"/>
            <ac:picMk id="35" creationId="{3302481B-C331-3176-9906-5652728E185D}"/>
          </ac:picMkLst>
        </pc:picChg>
        <pc:picChg chg="add del">
          <ac:chgData name="Alison Bridgers" userId="d5123932ab788766" providerId="LiveId" clId="{843AE544-9A27-4C8A-8E4B-3A996CE504D5}" dt="2026-01-06T14:46:54.685" v="394" actId="26606"/>
          <ac:picMkLst>
            <pc:docMk/>
            <pc:sldMk cId="3778067103" sldId="261"/>
            <ac:picMk id="38" creationId="{CE900B6D-0ED0-8114-B03D-2A69AB98C551}"/>
          </ac:picMkLst>
        </pc:picChg>
        <pc:picChg chg="add del">
          <ac:chgData name="Alison Bridgers" userId="d5123932ab788766" providerId="LiveId" clId="{843AE544-9A27-4C8A-8E4B-3A996CE504D5}" dt="2026-01-06T14:47:03.341" v="396" actId="26606"/>
          <ac:picMkLst>
            <pc:docMk/>
            <pc:sldMk cId="3778067103" sldId="261"/>
            <ac:picMk id="41" creationId="{3302481B-C331-3176-9906-5652728E185D}"/>
          </ac:picMkLst>
        </pc:picChg>
        <pc:picChg chg="add">
          <ac:chgData name="Alison Bridgers" userId="d5123932ab788766" providerId="LiveId" clId="{843AE544-9A27-4C8A-8E4B-3A996CE504D5}" dt="2026-01-06T14:47:03.377" v="397" actId="26606"/>
          <ac:picMkLst>
            <pc:docMk/>
            <pc:sldMk cId="3778067103" sldId="261"/>
            <ac:picMk id="44" creationId="{10D62400-4203-3395-7E02-828BDAB82D83}"/>
          </ac:picMkLst>
        </pc:picChg>
        <pc:cxnChg chg="add del">
          <ac:chgData name="Alison Bridgers" userId="d5123932ab788766" providerId="LiveId" clId="{843AE544-9A27-4C8A-8E4B-3A996CE504D5}" dt="2026-01-06T14:45:59.976" v="370" actId="26606"/>
          <ac:cxnSpMkLst>
            <pc:docMk/>
            <pc:sldMk cId="3778067103" sldId="261"/>
            <ac:cxnSpMk id="12" creationId="{A4F35239-EB86-4ACB-91DE-4989620C2C1A}"/>
          </ac:cxnSpMkLst>
        </pc:cxnChg>
        <pc:cxnChg chg="add del">
          <ac:chgData name="Alison Bridgers" userId="d5123932ab788766" providerId="LiveId" clId="{843AE544-9A27-4C8A-8E4B-3A996CE504D5}" dt="2026-01-06T14:46:04.791" v="374" actId="26606"/>
          <ac:cxnSpMkLst>
            <pc:docMk/>
            <pc:sldMk cId="3778067103" sldId="261"/>
            <ac:cxnSpMk id="18" creationId="{A4F35239-EB86-4ACB-91DE-4989620C2C1A}"/>
          </ac:cxnSpMkLst>
        </pc:cxnChg>
        <pc:cxnChg chg="add del">
          <ac:chgData name="Alison Bridgers" userId="d5123932ab788766" providerId="LiveId" clId="{843AE544-9A27-4C8A-8E4B-3A996CE504D5}" dt="2026-01-06T14:46:17.162" v="380" actId="26606"/>
          <ac:cxnSpMkLst>
            <pc:docMk/>
            <pc:sldMk cId="3778067103" sldId="261"/>
            <ac:cxnSpMk id="19" creationId="{E2A31A05-19BB-4F84-9402-E8569CBDBDB3}"/>
          </ac:cxnSpMkLst>
        </pc:cxnChg>
        <pc:cxnChg chg="add del">
          <ac:chgData name="Alison Bridgers" userId="d5123932ab788766" providerId="LiveId" clId="{843AE544-9A27-4C8A-8E4B-3A996CE504D5}" dt="2026-01-06T14:46:25.126" v="382" actId="26606"/>
          <ac:cxnSpMkLst>
            <pc:docMk/>
            <pc:sldMk cId="3778067103" sldId="261"/>
            <ac:cxnSpMk id="22" creationId="{E0DCF65E-F84E-483D-83D7-A1616D569143}"/>
          </ac:cxnSpMkLst>
        </pc:cxnChg>
        <pc:cxnChg chg="add del">
          <ac:chgData name="Alison Bridgers" userId="d5123932ab788766" providerId="LiveId" clId="{843AE544-9A27-4C8A-8E4B-3A996CE504D5}" dt="2026-01-06T14:46:28.600" v="384" actId="26606"/>
          <ac:cxnSpMkLst>
            <pc:docMk/>
            <pc:sldMk cId="3778067103" sldId="261"/>
            <ac:cxnSpMk id="25" creationId="{E2A31A05-19BB-4F84-9402-E8569CBDBDB3}"/>
          </ac:cxnSpMkLst>
        </pc:cxnChg>
        <pc:cxnChg chg="add del">
          <ac:chgData name="Alison Bridgers" userId="d5123932ab788766" providerId="LiveId" clId="{843AE544-9A27-4C8A-8E4B-3A996CE504D5}" dt="2026-01-06T14:46:43.406" v="390" actId="26606"/>
          <ac:cxnSpMkLst>
            <pc:docMk/>
            <pc:sldMk cId="3778067103" sldId="261"/>
            <ac:cxnSpMk id="33" creationId="{A4F35239-EB86-4ACB-91DE-4989620C2C1A}"/>
          </ac:cxnSpMkLst>
        </pc:cxnChg>
        <pc:cxnChg chg="add del">
          <ac:chgData name="Alison Bridgers" userId="d5123932ab788766" providerId="LiveId" clId="{843AE544-9A27-4C8A-8E4B-3A996CE504D5}" dt="2026-01-06T14:46:47.466" v="392" actId="26606"/>
          <ac:cxnSpMkLst>
            <pc:docMk/>
            <pc:sldMk cId="3778067103" sldId="261"/>
            <ac:cxnSpMk id="36" creationId="{E2A31A05-19BB-4F84-9402-E8569CBDBDB3}"/>
          </ac:cxnSpMkLst>
        </pc:cxnChg>
        <pc:cxnChg chg="add del">
          <ac:chgData name="Alison Bridgers" userId="d5123932ab788766" providerId="LiveId" clId="{843AE544-9A27-4C8A-8E4B-3A996CE504D5}" dt="2026-01-06T14:46:54.685" v="394" actId="26606"/>
          <ac:cxnSpMkLst>
            <pc:docMk/>
            <pc:sldMk cId="3778067103" sldId="261"/>
            <ac:cxnSpMk id="39" creationId="{E0DCF65E-F84E-483D-83D7-A1616D569143}"/>
          </ac:cxnSpMkLst>
        </pc:cxnChg>
        <pc:cxnChg chg="add del">
          <ac:chgData name="Alison Bridgers" userId="d5123932ab788766" providerId="LiveId" clId="{843AE544-9A27-4C8A-8E4B-3A996CE504D5}" dt="2026-01-06T14:47:03.341" v="396" actId="26606"/>
          <ac:cxnSpMkLst>
            <pc:docMk/>
            <pc:sldMk cId="3778067103" sldId="261"/>
            <ac:cxnSpMk id="42" creationId="{E2A31A05-19BB-4F84-9402-E8569CBDBDB3}"/>
          </ac:cxnSpMkLst>
        </pc:cxnChg>
      </pc:sldChg>
      <pc:sldChg chg="addSp delSp modSp new mod setBg modClrScheme chgLayout">
        <pc:chgData name="Alison Bridgers" userId="d5123932ab788766" providerId="LiveId" clId="{843AE544-9A27-4C8A-8E4B-3A996CE504D5}" dt="2026-01-06T14:52:28.663" v="404" actId="26606"/>
        <pc:sldMkLst>
          <pc:docMk/>
          <pc:sldMk cId="1537638979" sldId="262"/>
        </pc:sldMkLst>
        <pc:spChg chg="add mod">
          <ac:chgData name="Alison Bridgers" userId="d5123932ab788766" providerId="LiveId" clId="{843AE544-9A27-4C8A-8E4B-3A996CE504D5}" dt="2026-01-06T14:52:28.663" v="404" actId="26606"/>
          <ac:spMkLst>
            <pc:docMk/>
            <pc:sldMk cId="1537638979" sldId="262"/>
            <ac:spMk id="2" creationId="{988FCA01-5D0C-1A0C-4F0A-5374C5838472}"/>
          </ac:spMkLst>
        </pc:spChg>
        <pc:spChg chg="add del mod">
          <ac:chgData name="Alison Bridgers" userId="d5123932ab788766" providerId="LiveId" clId="{843AE544-9A27-4C8A-8E4B-3A996CE504D5}" dt="2026-01-06T14:50:16.579" v="401"/>
          <ac:spMkLst>
            <pc:docMk/>
            <pc:sldMk cId="1537638979" sldId="262"/>
            <ac:spMk id="3" creationId="{F6A9E7BA-81CD-D39D-876F-F764233C8AD9}"/>
          </ac:spMkLst>
        </pc:spChg>
        <pc:spChg chg="add del mod">
          <ac:chgData name="Alison Bridgers" userId="d5123932ab788766" providerId="LiveId" clId="{843AE544-9A27-4C8A-8E4B-3A996CE504D5}" dt="2026-01-06T14:52:22.575" v="402" actId="22"/>
          <ac:spMkLst>
            <pc:docMk/>
            <pc:sldMk cId="1537638979" sldId="262"/>
            <ac:spMk id="4" creationId="{5BE5DE88-A195-DDE8-D365-1CA3F172CB42}"/>
          </ac:spMkLst>
        </pc:spChg>
        <pc:spChg chg="add mod">
          <ac:chgData name="Alison Bridgers" userId="d5123932ab788766" providerId="LiveId" clId="{843AE544-9A27-4C8A-8E4B-3A996CE504D5}" dt="2026-01-06T14:52:28.663" v="404" actId="26606"/>
          <ac:spMkLst>
            <pc:docMk/>
            <pc:sldMk cId="1537638979" sldId="262"/>
            <ac:spMk id="5" creationId="{6C1108C1-D563-9E1E-64D2-55397693639A}"/>
          </ac:spMkLst>
        </pc:spChg>
        <pc:picChg chg="add mod ord">
          <ac:chgData name="Alison Bridgers" userId="d5123932ab788766" providerId="LiveId" clId="{843AE544-9A27-4C8A-8E4B-3A996CE504D5}" dt="2026-01-06T14:52:28.663" v="404" actId="26606"/>
          <ac:picMkLst>
            <pc:docMk/>
            <pc:sldMk cId="1537638979" sldId="262"/>
            <ac:picMk id="7" creationId="{20A26EF1-0129-765B-7039-1ADDB986165B}"/>
          </ac:picMkLst>
        </pc:picChg>
      </pc:sldChg>
      <pc:sldChg chg="addSp delSp modSp new mod setBg">
        <pc:chgData name="Alison Bridgers" userId="d5123932ab788766" providerId="LiveId" clId="{843AE544-9A27-4C8A-8E4B-3A996CE504D5}" dt="2026-01-06T15:12:22.253" v="462" actId="1076"/>
        <pc:sldMkLst>
          <pc:docMk/>
          <pc:sldMk cId="3601815959" sldId="263"/>
        </pc:sldMkLst>
        <pc:spChg chg="mod ord">
          <ac:chgData name="Alison Bridgers" userId="d5123932ab788766" providerId="LiveId" clId="{843AE544-9A27-4C8A-8E4B-3A996CE504D5}" dt="2026-01-06T15:11:42" v="453" actId="26606"/>
          <ac:spMkLst>
            <pc:docMk/>
            <pc:sldMk cId="3601815959" sldId="263"/>
            <ac:spMk id="2" creationId="{C6263A83-A107-5B07-11F1-21731DECF5B9}"/>
          </ac:spMkLst>
        </pc:spChg>
        <pc:spChg chg="mod ord">
          <ac:chgData name="Alison Bridgers" userId="d5123932ab788766" providerId="LiveId" clId="{843AE544-9A27-4C8A-8E4B-3A996CE504D5}" dt="2026-01-06T15:11:42" v="453" actId="26606"/>
          <ac:spMkLst>
            <pc:docMk/>
            <pc:sldMk cId="3601815959" sldId="263"/>
            <ac:spMk id="3" creationId="{7C4B9755-F181-100F-D0E3-47FE3200ED26}"/>
          </ac:spMkLst>
        </pc:spChg>
        <pc:spChg chg="del">
          <ac:chgData name="Alison Bridgers" userId="d5123932ab788766" providerId="LiveId" clId="{843AE544-9A27-4C8A-8E4B-3A996CE504D5}" dt="2026-01-06T15:05:24.344" v="408" actId="22"/>
          <ac:spMkLst>
            <pc:docMk/>
            <pc:sldMk cId="3601815959" sldId="263"/>
            <ac:spMk id="4" creationId="{B9351261-0823-90D6-57D8-4A461A92CB0D}"/>
          </ac:spMkLst>
        </pc:spChg>
        <pc:spChg chg="add del">
          <ac:chgData name="Alison Bridgers" userId="d5123932ab788766" providerId="LiveId" clId="{843AE544-9A27-4C8A-8E4B-3A996CE504D5}" dt="2026-01-06T15:10:36.451" v="434" actId="26606"/>
          <ac:spMkLst>
            <pc:docMk/>
            <pc:sldMk cId="3601815959" sldId="263"/>
            <ac:spMk id="12" creationId="{D6C26D0D-3244-47AC-9EF0-A8554163E5FC}"/>
          </ac:spMkLst>
        </pc:spChg>
        <pc:spChg chg="add del">
          <ac:chgData name="Alison Bridgers" userId="d5123932ab788766" providerId="LiveId" clId="{843AE544-9A27-4C8A-8E4B-3A996CE504D5}" dt="2026-01-06T15:10:36.451" v="434" actId="26606"/>
          <ac:spMkLst>
            <pc:docMk/>
            <pc:sldMk cId="3601815959" sldId="263"/>
            <ac:spMk id="13" creationId="{D2EF6D05-E3C4-41B7-8746-9782FE1FD6A2}"/>
          </ac:spMkLst>
        </pc:spChg>
        <pc:spChg chg="add del">
          <ac:chgData name="Alison Bridgers" userId="d5123932ab788766" providerId="LiveId" clId="{843AE544-9A27-4C8A-8E4B-3A996CE504D5}" dt="2026-01-06T15:08:47.285" v="418" actId="26606"/>
          <ac:spMkLst>
            <pc:docMk/>
            <pc:sldMk cId="3601815959" sldId="263"/>
            <ac:spMk id="15" creationId="{EF2EA607-B7AA-4ECF-B8E9-B0883AF5EA94}"/>
          </ac:spMkLst>
        </pc:spChg>
        <pc:spChg chg="add del">
          <ac:chgData name="Alison Bridgers" userId="d5123932ab788766" providerId="LiveId" clId="{843AE544-9A27-4C8A-8E4B-3A996CE504D5}" dt="2026-01-06T15:11:34.061" v="447" actId="26606"/>
          <ac:spMkLst>
            <pc:docMk/>
            <pc:sldMk cId="3601815959" sldId="263"/>
            <ac:spMk id="16" creationId="{AB76F39C-DC92-43A2-AFAC-DF33A3F0EB6E}"/>
          </ac:spMkLst>
        </pc:spChg>
        <pc:spChg chg="add del">
          <ac:chgData name="Alison Bridgers" userId="d5123932ab788766" providerId="LiveId" clId="{843AE544-9A27-4C8A-8E4B-3A996CE504D5}" dt="2026-01-06T15:10:25.220" v="426" actId="26606"/>
          <ac:spMkLst>
            <pc:docMk/>
            <pc:sldMk cId="3601815959" sldId="263"/>
            <ac:spMk id="18" creationId="{D6C26D0D-3244-47AC-9EF0-A8554163E5FC}"/>
          </ac:spMkLst>
        </pc:spChg>
        <pc:spChg chg="add del">
          <ac:chgData name="Alison Bridgers" userId="d5123932ab788766" providerId="LiveId" clId="{843AE544-9A27-4C8A-8E4B-3A996CE504D5}" dt="2026-01-06T15:08:47.285" v="418" actId="26606"/>
          <ac:spMkLst>
            <pc:docMk/>
            <pc:sldMk cId="3601815959" sldId="263"/>
            <ac:spMk id="19" creationId="{494843BA-DEF9-406F-8134-09F810F057BA}"/>
          </ac:spMkLst>
        </pc:spChg>
        <pc:spChg chg="add del">
          <ac:chgData name="Alison Bridgers" userId="d5123932ab788766" providerId="LiveId" clId="{843AE544-9A27-4C8A-8E4B-3A996CE504D5}" dt="2026-01-06T15:10:25.220" v="426" actId="26606"/>
          <ac:spMkLst>
            <pc:docMk/>
            <pc:sldMk cId="3601815959" sldId="263"/>
            <ac:spMk id="20" creationId="{D2EF6D05-E3C4-41B7-8746-9782FE1FD6A2}"/>
          </ac:spMkLst>
        </pc:spChg>
        <pc:spChg chg="add del">
          <ac:chgData name="Alison Bridgers" userId="d5123932ab788766" providerId="LiveId" clId="{843AE544-9A27-4C8A-8E4B-3A996CE504D5}" dt="2026-01-06T15:08:55.935" v="420" actId="26606"/>
          <ac:spMkLst>
            <pc:docMk/>
            <pc:sldMk cId="3601815959" sldId="263"/>
            <ac:spMk id="21" creationId="{AB76F39C-DC92-43A2-AFAC-DF33A3F0EB6E}"/>
          </ac:spMkLst>
        </pc:spChg>
        <pc:spChg chg="add del">
          <ac:chgData name="Alison Bridgers" userId="d5123932ab788766" providerId="LiveId" clId="{843AE544-9A27-4C8A-8E4B-3A996CE504D5}" dt="2026-01-06T15:10:26.664" v="428" actId="26606"/>
          <ac:spMkLst>
            <pc:docMk/>
            <pc:sldMk cId="3601815959" sldId="263"/>
            <ac:spMk id="24" creationId="{C24F8008-E57F-41F3-A647-6AD26AC62BED}"/>
          </ac:spMkLst>
        </pc:spChg>
        <pc:spChg chg="add del">
          <ac:chgData name="Alison Bridgers" userId="d5123932ab788766" providerId="LiveId" clId="{843AE544-9A27-4C8A-8E4B-3A996CE504D5}" dt="2026-01-06T15:10:27.320" v="430" actId="26606"/>
          <ac:spMkLst>
            <pc:docMk/>
            <pc:sldMk cId="3601815959" sldId="263"/>
            <ac:spMk id="26" creationId="{F53F218C-D376-40A2-8215-DC5A53861827}"/>
          </ac:spMkLst>
        </pc:spChg>
        <pc:spChg chg="add del">
          <ac:chgData name="Alison Bridgers" userId="d5123932ab788766" providerId="LiveId" clId="{843AE544-9A27-4C8A-8E4B-3A996CE504D5}" dt="2026-01-06T15:10:27.320" v="430" actId="26606"/>
          <ac:spMkLst>
            <pc:docMk/>
            <pc:sldMk cId="3601815959" sldId="263"/>
            <ac:spMk id="27" creationId="{3AE5CF73-3769-4377-8DFC-C1463DDDE9E5}"/>
          </ac:spMkLst>
        </pc:spChg>
        <pc:spChg chg="add del">
          <ac:chgData name="Alison Bridgers" userId="d5123932ab788766" providerId="LiveId" clId="{843AE544-9A27-4C8A-8E4B-3A996CE504D5}" dt="2026-01-06T15:11:37.596" v="449" actId="26606"/>
          <ac:spMkLst>
            <pc:docMk/>
            <pc:sldMk cId="3601815959" sldId="263"/>
            <ac:spMk id="28" creationId="{D6C26D0D-3244-47AC-9EF0-A8554163E5FC}"/>
          </ac:spMkLst>
        </pc:spChg>
        <pc:spChg chg="add del">
          <ac:chgData name="Alison Bridgers" userId="d5123932ab788766" providerId="LiveId" clId="{843AE544-9A27-4C8A-8E4B-3A996CE504D5}" dt="2026-01-06T15:10:34.892" v="432" actId="26606"/>
          <ac:spMkLst>
            <pc:docMk/>
            <pc:sldMk cId="3601815959" sldId="263"/>
            <ac:spMk id="29" creationId="{AB76F39C-DC92-43A2-AFAC-DF33A3F0EB6E}"/>
          </ac:spMkLst>
        </pc:spChg>
        <pc:spChg chg="add del">
          <ac:chgData name="Alison Bridgers" userId="d5123932ab788766" providerId="LiveId" clId="{843AE544-9A27-4C8A-8E4B-3A996CE504D5}" dt="2026-01-06T15:11:37.596" v="449" actId="26606"/>
          <ac:spMkLst>
            <pc:docMk/>
            <pc:sldMk cId="3601815959" sldId="263"/>
            <ac:spMk id="31" creationId="{D2EF6D05-E3C4-41B7-8746-9782FE1FD6A2}"/>
          </ac:spMkLst>
        </pc:spChg>
        <pc:spChg chg="add del">
          <ac:chgData name="Alison Bridgers" userId="d5123932ab788766" providerId="LiveId" clId="{843AE544-9A27-4C8A-8E4B-3A996CE504D5}" dt="2026-01-06T15:11:38.525" v="451" actId="26606"/>
          <ac:spMkLst>
            <pc:docMk/>
            <pc:sldMk cId="3601815959" sldId="263"/>
            <ac:spMk id="33" creationId="{C24F8008-E57F-41F3-A647-6AD26AC62BED}"/>
          </ac:spMkLst>
        </pc:spChg>
        <pc:spChg chg="add del">
          <ac:chgData name="Alison Bridgers" userId="d5123932ab788766" providerId="LiveId" clId="{843AE544-9A27-4C8A-8E4B-3A996CE504D5}" dt="2026-01-06T15:11:42" v="453" actId="26606"/>
          <ac:spMkLst>
            <pc:docMk/>
            <pc:sldMk cId="3601815959" sldId="263"/>
            <ac:spMk id="35" creationId="{AB76F39C-DC92-43A2-AFAC-DF33A3F0EB6E}"/>
          </ac:spMkLst>
        </pc:spChg>
        <pc:picChg chg="add mod ord">
          <ac:chgData name="Alison Bridgers" userId="d5123932ab788766" providerId="LiveId" clId="{843AE544-9A27-4C8A-8E4B-3A996CE504D5}" dt="2026-01-06T15:12:19.418" v="461" actId="1076"/>
          <ac:picMkLst>
            <pc:docMk/>
            <pc:sldMk cId="3601815959" sldId="263"/>
            <ac:picMk id="6" creationId="{3C7EFD0C-9AED-B9EB-7415-ED80D0F83412}"/>
          </ac:picMkLst>
        </pc:picChg>
        <pc:picChg chg="add del mod ord">
          <ac:chgData name="Alison Bridgers" userId="d5123932ab788766" providerId="LiveId" clId="{843AE544-9A27-4C8A-8E4B-3A996CE504D5}" dt="2026-01-06T15:10:08.693" v="422" actId="478"/>
          <ac:picMkLst>
            <pc:docMk/>
            <pc:sldMk cId="3601815959" sldId="263"/>
            <ac:picMk id="8" creationId="{53A367D7-95D3-D359-9E0E-FC389CE845AB}"/>
          </ac:picMkLst>
        </pc:picChg>
        <pc:picChg chg="add del mod ord">
          <ac:chgData name="Alison Bridgers" userId="d5123932ab788766" providerId="LiveId" clId="{843AE544-9A27-4C8A-8E4B-3A996CE504D5}" dt="2026-01-06T15:11:05.080" v="438" actId="478"/>
          <ac:picMkLst>
            <pc:docMk/>
            <pc:sldMk cId="3601815959" sldId="263"/>
            <ac:picMk id="10" creationId="{F90F6A5F-908F-D0B2-C5EE-8587C4426C59}"/>
          </ac:picMkLst>
        </pc:picChg>
        <pc:picChg chg="add mod">
          <ac:chgData name="Alison Bridgers" userId="d5123932ab788766" providerId="LiveId" clId="{843AE544-9A27-4C8A-8E4B-3A996CE504D5}" dt="2026-01-06T15:12:22.253" v="462" actId="1076"/>
          <ac:picMkLst>
            <pc:docMk/>
            <pc:sldMk cId="3601815959" sldId="263"/>
            <ac:picMk id="14" creationId="{024CDC62-9B4D-640C-7357-218AEE9AA9EB}"/>
          </ac:picMkLst>
        </pc:picChg>
        <pc:picChg chg="add del">
          <ac:chgData name="Alison Bridgers" userId="d5123932ab788766" providerId="LiveId" clId="{843AE544-9A27-4C8A-8E4B-3A996CE504D5}" dt="2026-01-06T15:08:47.285" v="418" actId="26606"/>
          <ac:picMkLst>
            <pc:docMk/>
            <pc:sldMk cId="3601815959" sldId="263"/>
            <ac:picMk id="17" creationId="{3571A55B-8C56-492F-B317-105830ECF92B}"/>
          </ac:picMkLst>
        </pc:picChg>
        <pc:cxnChg chg="add del">
          <ac:chgData name="Alison Bridgers" userId="d5123932ab788766" providerId="LiveId" clId="{843AE544-9A27-4C8A-8E4B-3A996CE504D5}" dt="2026-01-06T15:08:55.935" v="420" actId="26606"/>
          <ac:cxnSpMkLst>
            <pc:docMk/>
            <pc:sldMk cId="3601815959" sldId="263"/>
            <ac:cxnSpMk id="22" creationId="{966758FC-A415-4D42-862A-2C0765FF8020}"/>
          </ac:cxnSpMkLst>
        </pc:cxnChg>
        <pc:cxnChg chg="add del">
          <ac:chgData name="Alison Bridgers" userId="d5123932ab788766" providerId="LiveId" clId="{843AE544-9A27-4C8A-8E4B-3A996CE504D5}" dt="2026-01-06T15:08:55.935" v="420" actId="26606"/>
          <ac:cxnSpMkLst>
            <pc:docMk/>
            <pc:sldMk cId="3601815959" sldId="263"/>
            <ac:cxnSpMk id="23" creationId="{D96EEC3D-4CA8-4D5D-A2B2-7EB24A714466}"/>
          </ac:cxnSpMkLst>
        </pc:cxnChg>
        <pc:cxnChg chg="add del">
          <ac:chgData name="Alison Bridgers" userId="d5123932ab788766" providerId="LiveId" clId="{843AE544-9A27-4C8A-8E4B-3A996CE504D5}" dt="2026-01-06T15:11:34.061" v="447" actId="26606"/>
          <ac:cxnSpMkLst>
            <pc:docMk/>
            <pc:sldMk cId="3601815959" sldId="263"/>
            <ac:cxnSpMk id="25" creationId="{966758FC-A415-4D42-862A-2C0765FF8020}"/>
          </ac:cxnSpMkLst>
        </pc:cxnChg>
        <pc:cxnChg chg="add del">
          <ac:chgData name="Alison Bridgers" userId="d5123932ab788766" providerId="LiveId" clId="{843AE544-9A27-4C8A-8E4B-3A996CE504D5}" dt="2026-01-06T15:10:34.892" v="432" actId="26606"/>
          <ac:cxnSpMkLst>
            <pc:docMk/>
            <pc:sldMk cId="3601815959" sldId="263"/>
            <ac:cxnSpMk id="30" creationId="{966758FC-A415-4D42-862A-2C0765FF8020}"/>
          </ac:cxnSpMkLst>
        </pc:cxnChg>
        <pc:cxnChg chg="add del">
          <ac:chgData name="Alison Bridgers" userId="d5123932ab788766" providerId="LiveId" clId="{843AE544-9A27-4C8A-8E4B-3A996CE504D5}" dt="2026-01-06T15:11:42" v="453" actId="26606"/>
          <ac:cxnSpMkLst>
            <pc:docMk/>
            <pc:sldMk cId="3601815959" sldId="263"/>
            <ac:cxnSpMk id="36" creationId="{966758FC-A415-4D42-862A-2C0765FF8020}"/>
          </ac:cxnSpMkLst>
        </pc:cxnChg>
      </pc:sldChg>
      <pc:sldChg chg="addSp delSp modSp new mod setBg">
        <pc:chgData name="Alison Bridgers" userId="d5123932ab788766" providerId="LiveId" clId="{843AE544-9A27-4C8A-8E4B-3A996CE504D5}" dt="2026-01-06T15:45:03.426" v="496" actId="14100"/>
        <pc:sldMkLst>
          <pc:docMk/>
          <pc:sldMk cId="3000436816" sldId="264"/>
        </pc:sldMkLst>
        <pc:spChg chg="mod">
          <ac:chgData name="Alison Bridgers" userId="d5123932ab788766" providerId="LiveId" clId="{843AE544-9A27-4C8A-8E4B-3A996CE504D5}" dt="2026-01-06T15:44:54.493" v="494" actId="962"/>
          <ac:spMkLst>
            <pc:docMk/>
            <pc:sldMk cId="3000436816" sldId="264"/>
            <ac:spMk id="2" creationId="{C832EBC4-1335-9A4D-4466-CF0A90F2DF96}"/>
          </ac:spMkLst>
        </pc:spChg>
        <pc:spChg chg="del">
          <ac:chgData name="Alison Bridgers" userId="d5123932ab788766" providerId="LiveId" clId="{843AE544-9A27-4C8A-8E4B-3A996CE504D5}" dt="2026-01-06T15:38:33.942" v="477"/>
          <ac:spMkLst>
            <pc:docMk/>
            <pc:sldMk cId="3000436816" sldId="264"/>
            <ac:spMk id="3" creationId="{817376DA-276C-E008-2749-EED89B9060A8}"/>
          </ac:spMkLst>
        </pc:spChg>
        <pc:spChg chg="del">
          <ac:chgData name="Alison Bridgers" userId="d5123932ab788766" providerId="LiveId" clId="{843AE544-9A27-4C8A-8E4B-3A996CE504D5}" dt="2026-01-06T15:42:03.240" v="478"/>
          <ac:spMkLst>
            <pc:docMk/>
            <pc:sldMk cId="3000436816" sldId="264"/>
            <ac:spMk id="4" creationId="{59624A5A-4A1D-E5D9-DF39-5F98DA0A98C5}"/>
          </ac:spMkLst>
        </pc:spChg>
        <pc:spChg chg="add mod ord">
          <ac:chgData name="Alison Bridgers" userId="d5123932ab788766" providerId="LiveId" clId="{843AE544-9A27-4C8A-8E4B-3A996CE504D5}" dt="2026-01-06T15:42:49.290" v="491" actId="26606"/>
          <ac:spMkLst>
            <pc:docMk/>
            <pc:sldMk cId="3000436816" sldId="264"/>
            <ac:spMk id="5" creationId="{A0605923-DD98-0940-346E-EDEABDE1ACC0}"/>
          </ac:spMkLst>
        </pc:spChg>
        <pc:spChg chg="add del mod">
          <ac:chgData name="Alison Bridgers" userId="d5123932ab788766" providerId="LiveId" clId="{843AE544-9A27-4C8A-8E4B-3A996CE504D5}" dt="2026-01-06T15:42:09.422" v="479"/>
          <ac:spMkLst>
            <pc:docMk/>
            <pc:sldMk cId="3000436816" sldId="264"/>
            <ac:spMk id="6" creationId="{03644C2D-117C-C08F-1A93-1167E3672033}"/>
          </ac:spMkLst>
        </pc:spChg>
        <pc:spChg chg="add del mod">
          <ac:chgData name="Alison Bridgers" userId="d5123932ab788766" providerId="LiveId" clId="{843AE544-9A27-4C8A-8E4B-3A996CE504D5}" dt="2026-01-06T15:42:33.327" v="482" actId="22"/>
          <ac:spMkLst>
            <pc:docMk/>
            <pc:sldMk cId="3000436816" sldId="264"/>
            <ac:spMk id="7" creationId="{4F20979F-D21B-5C13-3042-1C1872D17809}"/>
          </ac:spMkLst>
        </pc:spChg>
        <pc:spChg chg="add del">
          <ac:chgData name="Alison Bridgers" userId="d5123932ab788766" providerId="LiveId" clId="{843AE544-9A27-4C8A-8E4B-3A996CE504D5}" dt="2026-01-06T15:42:46.553" v="488" actId="26606"/>
          <ac:spMkLst>
            <pc:docMk/>
            <pc:sldMk cId="3000436816" sldId="264"/>
            <ac:spMk id="14" creationId="{B1007713-5891-46A9-BACA-FAD760FE2353}"/>
          </ac:spMkLst>
        </pc:spChg>
        <pc:spChg chg="add del">
          <ac:chgData name="Alison Bridgers" userId="d5123932ab788766" providerId="LiveId" clId="{843AE544-9A27-4C8A-8E4B-3A996CE504D5}" dt="2026-01-06T15:42:46.553" v="488" actId="26606"/>
          <ac:spMkLst>
            <pc:docMk/>
            <pc:sldMk cId="3000436816" sldId="264"/>
            <ac:spMk id="16" creationId="{74BB6AA7-7EAD-4D3B-9335-B6E8BD7E6891}"/>
          </ac:spMkLst>
        </pc:spChg>
        <pc:picChg chg="add mod ord">
          <ac:chgData name="Alison Bridgers" userId="d5123932ab788766" providerId="LiveId" clId="{843AE544-9A27-4C8A-8E4B-3A996CE504D5}" dt="2026-01-06T15:45:03.426" v="496" actId="14100"/>
          <ac:picMkLst>
            <pc:docMk/>
            <pc:sldMk cId="3000436816" sldId="264"/>
            <ac:picMk id="9" creationId="{B8D3ABCC-E12D-4449-31C4-0AD438D3240F}"/>
          </ac:picMkLst>
        </pc:picChg>
        <pc:cxnChg chg="add">
          <ac:chgData name="Alison Bridgers" userId="d5123932ab788766" providerId="LiveId" clId="{843AE544-9A27-4C8A-8E4B-3A996CE504D5}" dt="2026-01-06T15:42:49.290" v="491" actId="26606"/>
          <ac:cxnSpMkLst>
            <pc:docMk/>
            <pc:sldMk cId="3000436816" sldId="264"/>
            <ac:cxnSpMk id="11" creationId="{E2A31A05-19BB-4F84-9402-E8569CBDBDB3}"/>
          </ac:cxnSpMkLst>
        </pc:cxnChg>
      </pc:sldChg>
      <pc:sldChg chg="addSp delSp modSp new mod setBg modClrScheme setClrOvrMap delDesignElem chgLayout">
        <pc:chgData name="Alison Bridgers" userId="d5123932ab788766" providerId="LiveId" clId="{843AE544-9A27-4C8A-8E4B-3A996CE504D5}" dt="2026-01-06T16:24:13.579" v="537" actId="700"/>
        <pc:sldMkLst>
          <pc:docMk/>
          <pc:sldMk cId="3124924127" sldId="265"/>
        </pc:sldMkLst>
        <pc:spChg chg="mod ord">
          <ac:chgData name="Alison Bridgers" userId="d5123932ab788766" providerId="LiveId" clId="{843AE544-9A27-4C8A-8E4B-3A996CE504D5}" dt="2026-01-06T16:24:13.579" v="537" actId="700"/>
          <ac:spMkLst>
            <pc:docMk/>
            <pc:sldMk cId="3124924127" sldId="265"/>
            <ac:spMk id="2" creationId="{BDD78625-E79F-4846-07C9-2017A19F54AF}"/>
          </ac:spMkLst>
        </pc:spChg>
        <pc:spChg chg="del">
          <ac:chgData name="Alison Bridgers" userId="d5123932ab788766" providerId="LiveId" clId="{843AE544-9A27-4C8A-8E4B-3A996CE504D5}" dt="2026-01-06T15:57:56.239" v="499"/>
          <ac:spMkLst>
            <pc:docMk/>
            <pc:sldMk cId="3124924127" sldId="265"/>
            <ac:spMk id="3" creationId="{8ABCCB45-718D-44EA-5944-17EC1B03CDE3}"/>
          </ac:spMkLst>
        </pc:spChg>
        <pc:spChg chg="del">
          <ac:chgData name="Alison Bridgers" userId="d5123932ab788766" providerId="LiveId" clId="{843AE544-9A27-4C8A-8E4B-3A996CE504D5}" dt="2026-01-06T15:58:39.058" v="500" actId="22"/>
          <ac:spMkLst>
            <pc:docMk/>
            <pc:sldMk cId="3124924127" sldId="265"/>
            <ac:spMk id="4" creationId="{0D3BBC69-508A-1F0A-A73F-FF7854115D12}"/>
          </ac:spMkLst>
        </pc:spChg>
        <pc:spChg chg="add mod ord">
          <ac:chgData name="Alison Bridgers" userId="d5123932ab788766" providerId="LiveId" clId="{843AE544-9A27-4C8A-8E4B-3A996CE504D5}" dt="2026-01-06T16:24:13.579" v="537" actId="700"/>
          <ac:spMkLst>
            <pc:docMk/>
            <pc:sldMk cId="3124924127" sldId="265"/>
            <ac:spMk id="5" creationId="{E8E40887-BA8A-C986-84BA-6D358F555904}"/>
          </ac:spMkLst>
        </pc:spChg>
        <pc:spChg chg="add del">
          <ac:chgData name="Alison Bridgers" userId="d5123932ab788766" providerId="LiveId" clId="{843AE544-9A27-4C8A-8E4B-3A996CE504D5}" dt="2026-01-06T15:59:06.823" v="510" actId="26606"/>
          <ac:spMkLst>
            <pc:docMk/>
            <pc:sldMk cId="3124924127" sldId="265"/>
            <ac:spMk id="9" creationId="{B1007713-5891-46A9-BACA-FAD760FE2353}"/>
          </ac:spMkLst>
        </pc:spChg>
        <pc:spChg chg="add del">
          <ac:chgData name="Alison Bridgers" userId="d5123932ab788766" providerId="LiveId" clId="{843AE544-9A27-4C8A-8E4B-3A996CE504D5}" dt="2026-01-06T15:59:06.823" v="510" actId="26606"/>
          <ac:spMkLst>
            <pc:docMk/>
            <pc:sldMk cId="3124924127" sldId="265"/>
            <ac:spMk id="10" creationId="{74BB6AA7-7EAD-4D3B-9335-B6E8BD7E6891}"/>
          </ac:spMkLst>
        </pc:spChg>
        <pc:spChg chg="add del mod">
          <ac:chgData name="Alison Bridgers" userId="d5123932ab788766" providerId="LiveId" clId="{843AE544-9A27-4C8A-8E4B-3A996CE504D5}" dt="2026-01-06T16:02:07.030" v="525" actId="22"/>
          <ac:spMkLst>
            <pc:docMk/>
            <pc:sldMk cId="3124924127" sldId="265"/>
            <ac:spMk id="11" creationId="{E7AB5DA1-5F6D-8BF3-E3B7-EA84EC2B899C}"/>
          </ac:spMkLst>
        </pc:spChg>
        <pc:spChg chg="add del">
          <ac:chgData name="Alison Bridgers" userId="d5123932ab788766" providerId="LiveId" clId="{843AE544-9A27-4C8A-8E4B-3A996CE504D5}" dt="2026-01-06T15:59:08.291" v="512" actId="26606"/>
          <ac:spMkLst>
            <pc:docMk/>
            <pc:sldMk cId="3124924127" sldId="265"/>
            <ac:spMk id="13" creationId="{094E213D-3FA7-4D59-80B5-015897DCAFCA}"/>
          </ac:spMkLst>
        </pc:spChg>
        <pc:spChg chg="add del">
          <ac:chgData name="Alison Bridgers" userId="d5123932ab788766" providerId="LiveId" clId="{843AE544-9A27-4C8A-8E4B-3A996CE504D5}" dt="2026-01-06T15:59:01.894" v="504" actId="26606"/>
          <ac:spMkLst>
            <pc:docMk/>
            <pc:sldMk cId="3124924127" sldId="265"/>
            <ac:spMk id="14" creationId="{4DE0D6BE-330A-422D-9BD9-1E18F73C6E1E}"/>
          </ac:spMkLst>
        </pc:spChg>
        <pc:spChg chg="add del">
          <ac:chgData name="Alison Bridgers" userId="d5123932ab788766" providerId="LiveId" clId="{843AE544-9A27-4C8A-8E4B-3A996CE504D5}" dt="2026-01-06T15:59:08.291" v="512" actId="26606"/>
          <ac:spMkLst>
            <pc:docMk/>
            <pc:sldMk cId="3124924127" sldId="265"/>
            <ac:spMk id="15" creationId="{0D63BE23-20C0-4F37-860E-0892A4DE083B}"/>
          </ac:spMkLst>
        </pc:spChg>
        <pc:spChg chg="add del">
          <ac:chgData name="Alison Bridgers" userId="d5123932ab788766" providerId="LiveId" clId="{843AE544-9A27-4C8A-8E4B-3A996CE504D5}" dt="2026-01-06T15:59:08.291" v="512" actId="26606"/>
          <ac:spMkLst>
            <pc:docMk/>
            <pc:sldMk cId="3124924127" sldId="265"/>
            <ac:spMk id="16" creationId="{D49AB149-D0D3-42EA-8B4C-F39E213AE222}"/>
          </ac:spMkLst>
        </pc:spChg>
        <pc:spChg chg="add del">
          <ac:chgData name="Alison Bridgers" userId="d5123932ab788766" providerId="LiveId" clId="{843AE544-9A27-4C8A-8E4B-3A996CE504D5}" dt="2026-01-06T15:59:09.482" v="514" actId="26606"/>
          <ac:spMkLst>
            <pc:docMk/>
            <pc:sldMk cId="3124924127" sldId="265"/>
            <ac:spMk id="18" creationId="{9D374119-2129-4781-ACAB-9C3618BD4B7D}"/>
          </ac:spMkLst>
        </pc:spChg>
        <pc:spChg chg="add del">
          <ac:chgData name="Alison Bridgers" userId="d5123932ab788766" providerId="LiveId" clId="{843AE544-9A27-4C8A-8E4B-3A996CE504D5}" dt="2026-01-06T15:59:09.482" v="514" actId="26606"/>
          <ac:spMkLst>
            <pc:docMk/>
            <pc:sldMk cId="3124924127" sldId="265"/>
            <ac:spMk id="19" creationId="{CD49B4B0-3C14-40B1-82E0-072A4678F087}"/>
          </ac:spMkLst>
        </pc:spChg>
        <pc:spChg chg="add del">
          <ac:chgData name="Alison Bridgers" userId="d5123932ab788766" providerId="LiveId" clId="{843AE544-9A27-4C8A-8E4B-3A996CE504D5}" dt="2026-01-06T16:01:44.867" v="523" actId="26606"/>
          <ac:spMkLst>
            <pc:docMk/>
            <pc:sldMk cId="3124924127" sldId="265"/>
            <ac:spMk id="21" creationId="{16AE7B63-D295-41BA-AC4A-E390B90E5A65}"/>
          </ac:spMkLst>
        </pc:spChg>
        <pc:spChg chg="add del">
          <ac:chgData name="Alison Bridgers" userId="d5123932ab788766" providerId="LiveId" clId="{843AE544-9A27-4C8A-8E4B-3A996CE504D5}" dt="2026-01-06T16:01:44.867" v="523" actId="26606"/>
          <ac:spMkLst>
            <pc:docMk/>
            <pc:sldMk cId="3124924127" sldId="265"/>
            <ac:spMk id="22" creationId="{786DD7D1-E01C-464B-945C-F6E88018E0FA}"/>
          </ac:spMkLst>
        </pc:spChg>
        <pc:spChg chg="add del">
          <ac:chgData name="Alison Bridgers" userId="d5123932ab788766" providerId="LiveId" clId="{843AE544-9A27-4C8A-8E4B-3A996CE504D5}" dt="2026-01-06T16:01:44.867" v="523" actId="26606"/>
          <ac:spMkLst>
            <pc:docMk/>
            <pc:sldMk cId="3124924127" sldId="265"/>
            <ac:spMk id="23" creationId="{F80E4150-F3C6-4470-AF85-36BFD3E39EAC}"/>
          </ac:spMkLst>
        </pc:spChg>
        <pc:spChg chg="add del">
          <ac:chgData name="Alison Bridgers" userId="d5123932ab788766" providerId="LiveId" clId="{843AE544-9A27-4C8A-8E4B-3A996CE504D5}" dt="2026-01-06T16:24:13.579" v="537" actId="700"/>
          <ac:spMkLst>
            <pc:docMk/>
            <pc:sldMk cId="3124924127" sldId="265"/>
            <ac:spMk id="25" creationId="{9D374119-2129-4781-ACAB-9C3618BD4B7D}"/>
          </ac:spMkLst>
        </pc:spChg>
        <pc:spChg chg="add del">
          <ac:chgData name="Alison Bridgers" userId="d5123932ab788766" providerId="LiveId" clId="{843AE544-9A27-4C8A-8E4B-3A996CE504D5}" dt="2026-01-06T16:24:13.579" v="537" actId="700"/>
          <ac:spMkLst>
            <pc:docMk/>
            <pc:sldMk cId="3124924127" sldId="265"/>
            <ac:spMk id="27" creationId="{CD49B4B0-3C14-40B1-82E0-072A4678F087}"/>
          </ac:spMkLst>
        </pc:spChg>
        <pc:picChg chg="add del mod ord">
          <ac:chgData name="Alison Bridgers" userId="d5123932ab788766" providerId="LiveId" clId="{843AE544-9A27-4C8A-8E4B-3A996CE504D5}" dt="2026-01-06T16:01:47.812" v="524" actId="478"/>
          <ac:picMkLst>
            <pc:docMk/>
            <pc:sldMk cId="3124924127" sldId="265"/>
            <ac:picMk id="7" creationId="{8312A680-E34B-3FDB-78B4-236BC2231457}"/>
          </ac:picMkLst>
        </pc:picChg>
        <pc:picChg chg="add mod ord">
          <ac:chgData name="Alison Bridgers" userId="d5123932ab788766" providerId="LiveId" clId="{843AE544-9A27-4C8A-8E4B-3A996CE504D5}" dt="2026-01-06T16:24:13.579" v="537" actId="700"/>
          <ac:picMkLst>
            <pc:docMk/>
            <pc:sldMk cId="3124924127" sldId="265"/>
            <ac:picMk id="20" creationId="{03E86813-72B0-E6AA-C2E6-E408428C25E7}"/>
          </ac:picMkLst>
        </pc:picChg>
        <pc:cxnChg chg="add del">
          <ac:chgData name="Alison Bridgers" userId="d5123932ab788766" providerId="LiveId" clId="{843AE544-9A27-4C8A-8E4B-3A996CE504D5}" dt="2026-01-06T15:58:55.104" v="502" actId="26606"/>
          <ac:cxnSpMkLst>
            <pc:docMk/>
            <pc:sldMk cId="3124924127" sldId="265"/>
            <ac:cxnSpMk id="12" creationId="{E2A31A05-19BB-4F84-9402-E8569CBDBDB3}"/>
          </ac:cxnSpMkLst>
        </pc:cxnChg>
      </pc:sldChg>
      <pc:sldChg chg="addSp delSp modSp new mod modClrScheme chgLayout">
        <pc:chgData name="Alison Bridgers" userId="d5123932ab788766" providerId="LiveId" clId="{843AE544-9A27-4C8A-8E4B-3A996CE504D5}" dt="2026-01-06T16:24:17.376" v="538" actId="700"/>
        <pc:sldMkLst>
          <pc:docMk/>
          <pc:sldMk cId="2649011114" sldId="266"/>
        </pc:sldMkLst>
        <pc:spChg chg="mod ord">
          <ac:chgData name="Alison Bridgers" userId="d5123932ab788766" providerId="LiveId" clId="{843AE544-9A27-4C8A-8E4B-3A996CE504D5}" dt="2026-01-06T16:24:17.376" v="538" actId="700"/>
          <ac:spMkLst>
            <pc:docMk/>
            <pc:sldMk cId="2649011114" sldId="266"/>
            <ac:spMk id="2" creationId="{5105FEBB-5BFC-4BBB-B2FE-C4AC6B7C8901}"/>
          </ac:spMkLst>
        </pc:spChg>
        <pc:spChg chg="del mod ord">
          <ac:chgData name="Alison Bridgers" userId="d5123932ab788766" providerId="LiveId" clId="{843AE544-9A27-4C8A-8E4B-3A996CE504D5}" dt="2026-01-06T16:24:17.376" v="538" actId="700"/>
          <ac:spMkLst>
            <pc:docMk/>
            <pc:sldMk cId="2649011114" sldId="266"/>
            <ac:spMk id="3" creationId="{A7C0FD66-5984-6766-A3A2-8AA4D90A9B09}"/>
          </ac:spMkLst>
        </pc:spChg>
        <pc:spChg chg="del">
          <ac:chgData name="Alison Bridgers" userId="d5123932ab788766" providerId="LiveId" clId="{843AE544-9A27-4C8A-8E4B-3A996CE504D5}" dt="2026-01-06T16:20:54.998" v="535"/>
          <ac:spMkLst>
            <pc:docMk/>
            <pc:sldMk cId="2649011114" sldId="266"/>
            <ac:spMk id="4" creationId="{93E4AE8C-0462-2050-2C44-ECDD0BFEA44D}"/>
          </ac:spMkLst>
        </pc:spChg>
        <pc:picChg chg="add mod ord">
          <ac:chgData name="Alison Bridgers" userId="d5123932ab788766" providerId="LiveId" clId="{843AE544-9A27-4C8A-8E4B-3A996CE504D5}" dt="2026-01-06T16:24:17.376" v="538" actId="700"/>
          <ac:picMkLst>
            <pc:docMk/>
            <pc:sldMk cId="2649011114" sldId="266"/>
            <ac:picMk id="5" creationId="{CC701536-4FE2-56D9-B938-983B3418A903}"/>
          </ac:picMkLst>
        </pc:picChg>
      </pc:sldChg>
      <pc:sldChg chg="addSp delSp modSp new mod setBg modClrScheme chgLayout">
        <pc:chgData name="Alison Bridgers" userId="d5123932ab788766" providerId="LiveId" clId="{843AE544-9A27-4C8A-8E4B-3A996CE504D5}" dt="2026-01-06T16:39:05.213" v="560" actId="5793"/>
        <pc:sldMkLst>
          <pc:docMk/>
          <pc:sldMk cId="1060736888" sldId="267"/>
        </pc:sldMkLst>
        <pc:spChg chg="del mod ord">
          <ac:chgData name="Alison Bridgers" userId="d5123932ab788766" providerId="LiveId" clId="{843AE544-9A27-4C8A-8E4B-3A996CE504D5}" dt="2026-01-06T16:33:32.091" v="540" actId="700"/>
          <ac:spMkLst>
            <pc:docMk/>
            <pc:sldMk cId="1060736888" sldId="267"/>
            <ac:spMk id="2" creationId="{86351A88-55FD-7289-A133-C01F9E001F64}"/>
          </ac:spMkLst>
        </pc:spChg>
        <pc:spChg chg="del mod ord">
          <ac:chgData name="Alison Bridgers" userId="d5123932ab788766" providerId="LiveId" clId="{843AE544-9A27-4C8A-8E4B-3A996CE504D5}" dt="2026-01-06T16:33:32.091" v="540" actId="700"/>
          <ac:spMkLst>
            <pc:docMk/>
            <pc:sldMk cId="1060736888" sldId="267"/>
            <ac:spMk id="3" creationId="{3188BF7B-9CD3-EEB6-050A-6EC19411AAAA}"/>
          </ac:spMkLst>
        </pc:spChg>
        <pc:spChg chg="add mod ord">
          <ac:chgData name="Alison Bridgers" userId="d5123932ab788766" providerId="LiveId" clId="{843AE544-9A27-4C8A-8E4B-3A996CE504D5}" dt="2026-01-06T16:34:45.895" v="555" actId="26606"/>
          <ac:spMkLst>
            <pc:docMk/>
            <pc:sldMk cId="1060736888" sldId="267"/>
            <ac:spMk id="4" creationId="{1570C0FF-EEE6-EAE3-EEB5-F8D6EC6C4266}"/>
          </ac:spMkLst>
        </pc:spChg>
        <pc:spChg chg="add del mod ord">
          <ac:chgData name="Alison Bridgers" userId="d5123932ab788766" providerId="LiveId" clId="{843AE544-9A27-4C8A-8E4B-3A996CE504D5}" dt="2026-01-06T16:33:50.180" v="542"/>
          <ac:spMkLst>
            <pc:docMk/>
            <pc:sldMk cId="1060736888" sldId="267"/>
            <ac:spMk id="5" creationId="{6D982AE6-BAC9-AB0B-4067-375E7E503427}"/>
          </ac:spMkLst>
        </pc:spChg>
        <pc:spChg chg="add del mod ord">
          <ac:chgData name="Alison Bridgers" userId="d5123932ab788766" providerId="LiveId" clId="{843AE544-9A27-4C8A-8E4B-3A996CE504D5}" dt="2026-01-06T16:33:58.156" v="543" actId="700"/>
          <ac:spMkLst>
            <pc:docMk/>
            <pc:sldMk cId="1060736888" sldId="267"/>
            <ac:spMk id="6" creationId="{DBAC6234-3DD3-847D-6A13-2121D7EC5820}"/>
          </ac:spMkLst>
        </pc:spChg>
        <pc:spChg chg="add del mod ord">
          <ac:chgData name="Alison Bridgers" userId="d5123932ab788766" providerId="LiveId" clId="{843AE544-9A27-4C8A-8E4B-3A996CE504D5}" dt="2026-01-06T16:34:20.205" v="548" actId="26606"/>
          <ac:spMkLst>
            <pc:docMk/>
            <pc:sldMk cId="1060736888" sldId="267"/>
            <ac:spMk id="7" creationId="{A9CCDA36-DA80-F08B-779D-0C4090B543CA}"/>
          </ac:spMkLst>
        </pc:spChg>
        <pc:spChg chg="add del">
          <ac:chgData name="Alison Bridgers" userId="d5123932ab788766" providerId="LiveId" clId="{843AE544-9A27-4C8A-8E4B-3A996CE504D5}" dt="2026-01-06T16:34:08.560" v="545" actId="26606"/>
          <ac:spMkLst>
            <pc:docMk/>
            <pc:sldMk cId="1060736888" sldId="267"/>
            <ac:spMk id="13" creationId="{4DE0D6BE-330A-422D-9BD9-1E18F73C6E1E}"/>
          </ac:spMkLst>
        </pc:spChg>
        <pc:spChg chg="add mod">
          <ac:chgData name="Alison Bridgers" userId="d5123932ab788766" providerId="LiveId" clId="{843AE544-9A27-4C8A-8E4B-3A996CE504D5}" dt="2026-01-06T16:39:05.213" v="560" actId="5793"/>
          <ac:spMkLst>
            <pc:docMk/>
            <pc:sldMk cId="1060736888" sldId="267"/>
            <ac:spMk id="18" creationId="{A9CCDA36-DA80-F08B-779D-0C4090B543CA}"/>
          </ac:spMkLst>
        </pc:spChg>
        <pc:spChg chg="add">
          <ac:chgData name="Alison Bridgers" userId="d5123932ab788766" providerId="LiveId" clId="{843AE544-9A27-4C8A-8E4B-3A996CE504D5}" dt="2026-01-06T16:34:45.895" v="555" actId="26606"/>
          <ac:spMkLst>
            <pc:docMk/>
            <pc:sldMk cId="1060736888" sldId="267"/>
            <ac:spMk id="21" creationId="{7FBC4875-DB6D-4EE2-9DDB-2110004516B1}"/>
          </ac:spMkLst>
        </pc:spChg>
        <pc:spChg chg="add">
          <ac:chgData name="Alison Bridgers" userId="d5123932ab788766" providerId="LiveId" clId="{843AE544-9A27-4C8A-8E4B-3A996CE504D5}" dt="2026-01-06T16:34:45.895" v="555" actId="26606"/>
          <ac:spMkLst>
            <pc:docMk/>
            <pc:sldMk cId="1060736888" sldId="267"/>
            <ac:spMk id="22" creationId="{97B3A8C4-2A9E-4595-91F9-179B47C58061}"/>
          </ac:spMkLst>
        </pc:spChg>
        <pc:spChg chg="add del">
          <ac:chgData name="Alison Bridgers" userId="d5123932ab788766" providerId="LiveId" clId="{843AE544-9A27-4C8A-8E4B-3A996CE504D5}" dt="2026-01-06T16:34:37.703" v="550" actId="26606"/>
          <ac:spMkLst>
            <pc:docMk/>
            <pc:sldMk cId="1060736888" sldId="267"/>
            <ac:spMk id="24" creationId="{4DE0D6BE-330A-422D-9BD9-1E18F73C6E1E}"/>
          </ac:spMkLst>
        </pc:spChg>
        <pc:spChg chg="add del">
          <ac:chgData name="Alison Bridgers" userId="d5123932ab788766" providerId="LiveId" clId="{843AE544-9A27-4C8A-8E4B-3A996CE504D5}" dt="2026-01-06T16:34:43.845" v="552" actId="26606"/>
          <ac:spMkLst>
            <pc:docMk/>
            <pc:sldMk cId="1060736888" sldId="267"/>
            <ac:spMk id="26" creationId="{97B3A8C4-2A9E-4595-91F9-179B47C58061}"/>
          </ac:spMkLst>
        </pc:spChg>
        <pc:spChg chg="add del">
          <ac:chgData name="Alison Bridgers" userId="d5123932ab788766" providerId="LiveId" clId="{843AE544-9A27-4C8A-8E4B-3A996CE504D5}" dt="2026-01-06T16:34:43.845" v="552" actId="26606"/>
          <ac:spMkLst>
            <pc:docMk/>
            <pc:sldMk cId="1060736888" sldId="267"/>
            <ac:spMk id="27" creationId="{7FBC4875-DB6D-4EE2-9DDB-2110004516B1}"/>
          </ac:spMkLst>
        </pc:spChg>
        <pc:graphicFrameChg chg="add del">
          <ac:chgData name="Alison Bridgers" userId="d5123932ab788766" providerId="LiveId" clId="{843AE544-9A27-4C8A-8E4B-3A996CE504D5}" dt="2026-01-06T16:34:20.160" v="547" actId="26606"/>
          <ac:graphicFrameMkLst>
            <pc:docMk/>
            <pc:sldMk cId="1060736888" sldId="267"/>
            <ac:graphicFrameMk id="15" creationId="{3C0A6F41-11B2-5F44-5281-204637DED05D}"/>
          </ac:graphicFrameMkLst>
        </pc:graphicFrameChg>
        <pc:picChg chg="add del">
          <ac:chgData name="Alison Bridgers" userId="d5123932ab788766" providerId="LiveId" clId="{843AE544-9A27-4C8A-8E4B-3A996CE504D5}" dt="2026-01-06T16:34:08.560" v="545" actId="26606"/>
          <ac:picMkLst>
            <pc:docMk/>
            <pc:sldMk cId="1060736888" sldId="267"/>
            <ac:picMk id="9" creationId="{CA71BB1D-2AE4-7346-086C-908482BE9C82}"/>
          </ac:picMkLst>
        </pc:picChg>
        <pc:picChg chg="add mod ord">
          <ac:chgData name="Alison Bridgers" userId="d5123932ab788766" providerId="LiveId" clId="{843AE544-9A27-4C8A-8E4B-3A996CE504D5}" dt="2026-01-06T16:34:45.895" v="555" actId="26606"/>
          <ac:picMkLst>
            <pc:docMk/>
            <pc:sldMk cId="1060736888" sldId="267"/>
            <ac:picMk id="17" creationId="{D3E5E238-E0D6-5678-028B-B5182EEFCAF1}"/>
          </ac:picMkLst>
        </pc:picChg>
        <pc:cxnChg chg="add del">
          <ac:chgData name="Alison Bridgers" userId="d5123932ab788766" providerId="LiveId" clId="{843AE544-9A27-4C8A-8E4B-3A996CE504D5}" dt="2026-01-06T16:34:45.895" v="555" actId="26606"/>
          <ac:cxnSpMkLst>
            <pc:docMk/>
            <pc:sldMk cId="1060736888" sldId="267"/>
            <ac:cxnSpMk id="19" creationId="{E2A31A05-19BB-4F84-9402-E8569CBDBDB3}"/>
          </ac:cxnSpMkLst>
        </pc:cxnChg>
      </pc:sldChg>
      <pc:sldMasterChg chg="del delSldLayout">
        <pc:chgData name="Alison Bridgers" userId="d5123932ab788766" providerId="LiveId" clId="{843AE544-9A27-4C8A-8E4B-3A996CE504D5}" dt="2026-01-05T13:25:33.611" v="4" actId="26606"/>
        <pc:sldMasterMkLst>
          <pc:docMk/>
          <pc:sldMasterMk cId="1391161488" sldId="2147483648"/>
        </pc:sldMasterMkLst>
        <pc:sldLayoutChg chg="del">
          <pc:chgData name="Alison Bridgers" userId="d5123932ab788766" providerId="LiveId" clId="{843AE544-9A27-4C8A-8E4B-3A996CE504D5}" dt="2026-01-05T13:25:33.611" v="4" actId="26606"/>
          <pc:sldLayoutMkLst>
            <pc:docMk/>
            <pc:sldMasterMk cId="1391161488" sldId="2147483648"/>
            <pc:sldLayoutMk cId="2993449407" sldId="2147483649"/>
          </pc:sldLayoutMkLst>
        </pc:sldLayoutChg>
        <pc:sldLayoutChg chg="del">
          <pc:chgData name="Alison Bridgers" userId="d5123932ab788766" providerId="LiveId" clId="{843AE544-9A27-4C8A-8E4B-3A996CE504D5}" dt="2026-01-05T13:25:33.611" v="4" actId="26606"/>
          <pc:sldLayoutMkLst>
            <pc:docMk/>
            <pc:sldMasterMk cId="1391161488" sldId="2147483648"/>
            <pc:sldLayoutMk cId="2281417489" sldId="2147483650"/>
          </pc:sldLayoutMkLst>
        </pc:sldLayoutChg>
        <pc:sldLayoutChg chg="del">
          <pc:chgData name="Alison Bridgers" userId="d5123932ab788766" providerId="LiveId" clId="{843AE544-9A27-4C8A-8E4B-3A996CE504D5}" dt="2026-01-05T13:25:33.611" v="4" actId="26606"/>
          <pc:sldLayoutMkLst>
            <pc:docMk/>
            <pc:sldMasterMk cId="1391161488" sldId="2147483648"/>
            <pc:sldLayoutMk cId="3076814284" sldId="2147483651"/>
          </pc:sldLayoutMkLst>
        </pc:sldLayoutChg>
        <pc:sldLayoutChg chg="del">
          <pc:chgData name="Alison Bridgers" userId="d5123932ab788766" providerId="LiveId" clId="{843AE544-9A27-4C8A-8E4B-3A996CE504D5}" dt="2026-01-05T13:25:33.611" v="4" actId="26606"/>
          <pc:sldLayoutMkLst>
            <pc:docMk/>
            <pc:sldMasterMk cId="1391161488" sldId="2147483648"/>
            <pc:sldLayoutMk cId="587243363" sldId="2147483652"/>
          </pc:sldLayoutMkLst>
        </pc:sldLayoutChg>
        <pc:sldLayoutChg chg="del">
          <pc:chgData name="Alison Bridgers" userId="d5123932ab788766" providerId="LiveId" clId="{843AE544-9A27-4C8A-8E4B-3A996CE504D5}" dt="2026-01-05T13:25:33.611" v="4" actId="26606"/>
          <pc:sldLayoutMkLst>
            <pc:docMk/>
            <pc:sldMasterMk cId="1391161488" sldId="2147483648"/>
            <pc:sldLayoutMk cId="1277807926" sldId="2147483653"/>
          </pc:sldLayoutMkLst>
        </pc:sldLayoutChg>
        <pc:sldLayoutChg chg="del">
          <pc:chgData name="Alison Bridgers" userId="d5123932ab788766" providerId="LiveId" clId="{843AE544-9A27-4C8A-8E4B-3A996CE504D5}" dt="2026-01-05T13:25:33.611" v="4" actId="26606"/>
          <pc:sldLayoutMkLst>
            <pc:docMk/>
            <pc:sldMasterMk cId="1391161488" sldId="2147483648"/>
            <pc:sldLayoutMk cId="884731104" sldId="2147483654"/>
          </pc:sldLayoutMkLst>
        </pc:sldLayoutChg>
        <pc:sldLayoutChg chg="del">
          <pc:chgData name="Alison Bridgers" userId="d5123932ab788766" providerId="LiveId" clId="{843AE544-9A27-4C8A-8E4B-3A996CE504D5}" dt="2026-01-05T13:25:33.611" v="4" actId="26606"/>
          <pc:sldLayoutMkLst>
            <pc:docMk/>
            <pc:sldMasterMk cId="1391161488" sldId="2147483648"/>
            <pc:sldLayoutMk cId="3433930062" sldId="2147483655"/>
          </pc:sldLayoutMkLst>
        </pc:sldLayoutChg>
        <pc:sldLayoutChg chg="del">
          <pc:chgData name="Alison Bridgers" userId="d5123932ab788766" providerId="LiveId" clId="{843AE544-9A27-4C8A-8E4B-3A996CE504D5}" dt="2026-01-05T13:25:33.611" v="4" actId="26606"/>
          <pc:sldLayoutMkLst>
            <pc:docMk/>
            <pc:sldMasterMk cId="1391161488" sldId="2147483648"/>
            <pc:sldLayoutMk cId="2399476437" sldId="2147483656"/>
          </pc:sldLayoutMkLst>
        </pc:sldLayoutChg>
        <pc:sldLayoutChg chg="del">
          <pc:chgData name="Alison Bridgers" userId="d5123932ab788766" providerId="LiveId" clId="{843AE544-9A27-4C8A-8E4B-3A996CE504D5}" dt="2026-01-05T13:25:33.611" v="4" actId="26606"/>
          <pc:sldLayoutMkLst>
            <pc:docMk/>
            <pc:sldMasterMk cId="1391161488" sldId="2147483648"/>
            <pc:sldLayoutMk cId="522028751" sldId="2147483657"/>
          </pc:sldLayoutMkLst>
        </pc:sldLayoutChg>
        <pc:sldLayoutChg chg="del">
          <pc:chgData name="Alison Bridgers" userId="d5123932ab788766" providerId="LiveId" clId="{843AE544-9A27-4C8A-8E4B-3A996CE504D5}" dt="2026-01-05T13:25:33.611" v="4" actId="26606"/>
          <pc:sldLayoutMkLst>
            <pc:docMk/>
            <pc:sldMasterMk cId="1391161488" sldId="2147483648"/>
            <pc:sldLayoutMk cId="1905696253" sldId="2147483658"/>
          </pc:sldLayoutMkLst>
        </pc:sldLayoutChg>
        <pc:sldLayoutChg chg="del">
          <pc:chgData name="Alison Bridgers" userId="d5123932ab788766" providerId="LiveId" clId="{843AE544-9A27-4C8A-8E4B-3A996CE504D5}" dt="2026-01-05T13:25:33.611" v="4" actId="26606"/>
          <pc:sldLayoutMkLst>
            <pc:docMk/>
            <pc:sldMasterMk cId="1391161488" sldId="2147483648"/>
            <pc:sldLayoutMk cId="704349002" sldId="2147483659"/>
          </pc:sldLayoutMkLst>
        </pc:sldLayoutChg>
      </pc:sldMasterChg>
      <pc:sldMasterChg chg="add addSldLayout">
        <pc:chgData name="Alison Bridgers" userId="d5123932ab788766" providerId="LiveId" clId="{843AE544-9A27-4C8A-8E4B-3A996CE504D5}" dt="2026-01-05T13:25:33.611" v="4" actId="26606"/>
        <pc:sldMasterMkLst>
          <pc:docMk/>
          <pc:sldMasterMk cId="296575558" sldId="2147483686"/>
        </pc:sldMasterMkLst>
        <pc:sldLayoutChg chg="add">
          <pc:chgData name="Alison Bridgers" userId="d5123932ab788766" providerId="LiveId" clId="{843AE544-9A27-4C8A-8E4B-3A996CE504D5}" dt="2026-01-05T13:25:33.611" v="4" actId="26606"/>
          <pc:sldLayoutMkLst>
            <pc:docMk/>
            <pc:sldMasterMk cId="296575558" sldId="2147483686"/>
            <pc:sldLayoutMk cId="2065634732" sldId="2147483675"/>
          </pc:sldLayoutMkLst>
        </pc:sldLayoutChg>
        <pc:sldLayoutChg chg="add">
          <pc:chgData name="Alison Bridgers" userId="d5123932ab788766" providerId="LiveId" clId="{843AE544-9A27-4C8A-8E4B-3A996CE504D5}" dt="2026-01-05T13:25:33.611" v="4" actId="26606"/>
          <pc:sldLayoutMkLst>
            <pc:docMk/>
            <pc:sldMasterMk cId="296575558" sldId="2147483686"/>
            <pc:sldLayoutMk cId="3715558702" sldId="2147483676"/>
          </pc:sldLayoutMkLst>
        </pc:sldLayoutChg>
        <pc:sldLayoutChg chg="add">
          <pc:chgData name="Alison Bridgers" userId="d5123932ab788766" providerId="LiveId" clId="{843AE544-9A27-4C8A-8E4B-3A996CE504D5}" dt="2026-01-05T13:25:33.611" v="4" actId="26606"/>
          <pc:sldLayoutMkLst>
            <pc:docMk/>
            <pc:sldMasterMk cId="296575558" sldId="2147483686"/>
            <pc:sldLayoutMk cId="1761635063" sldId="2147483677"/>
          </pc:sldLayoutMkLst>
        </pc:sldLayoutChg>
        <pc:sldLayoutChg chg="add">
          <pc:chgData name="Alison Bridgers" userId="d5123932ab788766" providerId="LiveId" clId="{843AE544-9A27-4C8A-8E4B-3A996CE504D5}" dt="2026-01-05T13:25:33.611" v="4" actId="26606"/>
          <pc:sldLayoutMkLst>
            <pc:docMk/>
            <pc:sldMasterMk cId="296575558" sldId="2147483686"/>
            <pc:sldLayoutMk cId="2273574359" sldId="2147483678"/>
          </pc:sldLayoutMkLst>
        </pc:sldLayoutChg>
        <pc:sldLayoutChg chg="add">
          <pc:chgData name="Alison Bridgers" userId="d5123932ab788766" providerId="LiveId" clId="{843AE544-9A27-4C8A-8E4B-3A996CE504D5}" dt="2026-01-05T13:25:33.611" v="4" actId="26606"/>
          <pc:sldLayoutMkLst>
            <pc:docMk/>
            <pc:sldMasterMk cId="296575558" sldId="2147483686"/>
            <pc:sldLayoutMk cId="1790493037" sldId="2147483679"/>
          </pc:sldLayoutMkLst>
        </pc:sldLayoutChg>
        <pc:sldLayoutChg chg="add">
          <pc:chgData name="Alison Bridgers" userId="d5123932ab788766" providerId="LiveId" clId="{843AE544-9A27-4C8A-8E4B-3A996CE504D5}" dt="2026-01-05T13:25:33.611" v="4" actId="26606"/>
          <pc:sldLayoutMkLst>
            <pc:docMk/>
            <pc:sldMasterMk cId="296575558" sldId="2147483686"/>
            <pc:sldLayoutMk cId="847216586" sldId="2147483680"/>
          </pc:sldLayoutMkLst>
        </pc:sldLayoutChg>
        <pc:sldLayoutChg chg="add">
          <pc:chgData name="Alison Bridgers" userId="d5123932ab788766" providerId="LiveId" clId="{843AE544-9A27-4C8A-8E4B-3A996CE504D5}" dt="2026-01-05T13:25:33.611" v="4" actId="26606"/>
          <pc:sldLayoutMkLst>
            <pc:docMk/>
            <pc:sldMasterMk cId="296575558" sldId="2147483686"/>
            <pc:sldLayoutMk cId="1881032626" sldId="2147483681"/>
          </pc:sldLayoutMkLst>
        </pc:sldLayoutChg>
        <pc:sldLayoutChg chg="add">
          <pc:chgData name="Alison Bridgers" userId="d5123932ab788766" providerId="LiveId" clId="{843AE544-9A27-4C8A-8E4B-3A996CE504D5}" dt="2026-01-05T13:25:33.611" v="4" actId="26606"/>
          <pc:sldLayoutMkLst>
            <pc:docMk/>
            <pc:sldMasterMk cId="296575558" sldId="2147483686"/>
            <pc:sldLayoutMk cId="3618810194" sldId="2147483682"/>
          </pc:sldLayoutMkLst>
        </pc:sldLayoutChg>
        <pc:sldLayoutChg chg="add">
          <pc:chgData name="Alison Bridgers" userId="d5123932ab788766" providerId="LiveId" clId="{843AE544-9A27-4C8A-8E4B-3A996CE504D5}" dt="2026-01-05T13:25:33.611" v="4" actId="26606"/>
          <pc:sldLayoutMkLst>
            <pc:docMk/>
            <pc:sldMasterMk cId="296575558" sldId="2147483686"/>
            <pc:sldLayoutMk cId="1225880763" sldId="2147483683"/>
          </pc:sldLayoutMkLst>
        </pc:sldLayoutChg>
        <pc:sldLayoutChg chg="add">
          <pc:chgData name="Alison Bridgers" userId="d5123932ab788766" providerId="LiveId" clId="{843AE544-9A27-4C8A-8E4B-3A996CE504D5}" dt="2026-01-05T13:25:33.611" v="4" actId="26606"/>
          <pc:sldLayoutMkLst>
            <pc:docMk/>
            <pc:sldMasterMk cId="296575558" sldId="2147483686"/>
            <pc:sldLayoutMk cId="2778332669" sldId="2147483684"/>
          </pc:sldLayoutMkLst>
        </pc:sldLayoutChg>
        <pc:sldLayoutChg chg="add">
          <pc:chgData name="Alison Bridgers" userId="d5123932ab788766" providerId="LiveId" clId="{843AE544-9A27-4C8A-8E4B-3A996CE504D5}" dt="2026-01-05T13:25:33.611" v="4" actId="26606"/>
          <pc:sldLayoutMkLst>
            <pc:docMk/>
            <pc:sldMasterMk cId="296575558" sldId="2147483686"/>
            <pc:sldLayoutMk cId="2960556902" sldId="2147483685"/>
          </pc:sldLayoutMkLst>
        </pc:sldLayoutChg>
      </pc:sldMaster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rawing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F66ACF1-7010-497D-833B-6142428E91BF}"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C1F165CD-A275-446C-99DA-D9D05F754408}">
      <dgm:prSet/>
      <dgm:spPr/>
      <dgm:t>
        <a:bodyPr/>
        <a:lstStyle/>
        <a:p>
          <a:r>
            <a:rPr lang="en-US" b="0" i="0" baseline="0"/>
            <a:t>SEC 10-K filings contain key business entities embedded in narrative text</a:t>
          </a:r>
          <a:endParaRPr lang="en-US"/>
        </a:p>
      </dgm:t>
    </dgm:pt>
    <dgm:pt modelId="{BCEB0914-FBDD-47C2-AFCC-B18FD922C523}" type="parTrans" cxnId="{4F95316C-7514-484B-BA97-E719D95756BE}">
      <dgm:prSet/>
      <dgm:spPr/>
      <dgm:t>
        <a:bodyPr/>
        <a:lstStyle/>
        <a:p>
          <a:endParaRPr lang="en-US"/>
        </a:p>
      </dgm:t>
    </dgm:pt>
    <dgm:pt modelId="{8AFEA0B7-933C-40E9-BBF5-80730070B007}" type="sibTrans" cxnId="{4F95316C-7514-484B-BA97-E719D95756BE}">
      <dgm:prSet/>
      <dgm:spPr/>
      <dgm:t>
        <a:bodyPr/>
        <a:lstStyle/>
        <a:p>
          <a:endParaRPr lang="en-US"/>
        </a:p>
      </dgm:t>
    </dgm:pt>
    <dgm:pt modelId="{C530F3F1-FB7F-43C3-878E-E611B47C15E4}">
      <dgm:prSet/>
      <dgm:spPr/>
      <dgm:t>
        <a:bodyPr/>
        <a:lstStyle/>
        <a:p>
          <a:r>
            <a:rPr lang="en-US" b="0" i="0" baseline="0"/>
            <a:t>Manual extraction is slow and inconsistent across filings</a:t>
          </a:r>
          <a:endParaRPr lang="en-US"/>
        </a:p>
      </dgm:t>
    </dgm:pt>
    <dgm:pt modelId="{0EF92FF6-9EFB-41A9-95CB-81F049D5AE43}" type="parTrans" cxnId="{A93BF92F-7DE3-4BB1-8B48-60D23B029C7F}">
      <dgm:prSet/>
      <dgm:spPr/>
      <dgm:t>
        <a:bodyPr/>
        <a:lstStyle/>
        <a:p>
          <a:endParaRPr lang="en-US"/>
        </a:p>
      </dgm:t>
    </dgm:pt>
    <dgm:pt modelId="{3C653F9F-4105-49FD-8C7B-DA74DFBCD158}" type="sibTrans" cxnId="{A93BF92F-7DE3-4BB1-8B48-60D23B029C7F}">
      <dgm:prSet/>
      <dgm:spPr/>
      <dgm:t>
        <a:bodyPr/>
        <a:lstStyle/>
        <a:p>
          <a:endParaRPr lang="en-US"/>
        </a:p>
      </dgm:t>
    </dgm:pt>
    <dgm:pt modelId="{E3432C38-A857-4F0F-B354-FDF6BB8B4BD5}">
      <dgm:prSet/>
      <dgm:spPr/>
      <dgm:t>
        <a:bodyPr/>
        <a:lstStyle/>
        <a:p>
          <a:r>
            <a:rPr lang="en-US" b="0" i="0" baseline="0"/>
            <a:t>The goal is to extract a reliable subset of entities from this structure</a:t>
          </a:r>
          <a:endParaRPr lang="en-US"/>
        </a:p>
      </dgm:t>
    </dgm:pt>
    <dgm:pt modelId="{ED0E6C4B-E2F7-4710-8913-5A73B28C4F48}" type="parTrans" cxnId="{0D2F1D42-02E0-4AEF-BFB3-ECD97FCD6E72}">
      <dgm:prSet/>
      <dgm:spPr/>
      <dgm:t>
        <a:bodyPr/>
        <a:lstStyle/>
        <a:p>
          <a:endParaRPr lang="en-US"/>
        </a:p>
      </dgm:t>
    </dgm:pt>
    <dgm:pt modelId="{D8506434-3AF4-4F68-AC3C-315AFE91C25A}" type="sibTrans" cxnId="{0D2F1D42-02E0-4AEF-BFB3-ECD97FCD6E72}">
      <dgm:prSet/>
      <dgm:spPr/>
      <dgm:t>
        <a:bodyPr/>
        <a:lstStyle/>
        <a:p>
          <a:endParaRPr lang="en-US"/>
        </a:p>
      </dgm:t>
    </dgm:pt>
    <dgm:pt modelId="{8723EABE-D2B1-41BD-8CC3-E5D5B2198BE9}" type="pres">
      <dgm:prSet presAssocID="{7F66ACF1-7010-497D-833B-6142428E91BF}" presName="root" presStyleCnt="0">
        <dgm:presLayoutVars>
          <dgm:dir/>
          <dgm:resizeHandles val="exact"/>
        </dgm:presLayoutVars>
      </dgm:prSet>
      <dgm:spPr/>
    </dgm:pt>
    <dgm:pt modelId="{3CF67111-D522-45A2-99C0-12CFF96DB795}" type="pres">
      <dgm:prSet presAssocID="{C1F165CD-A275-446C-99DA-D9D05F754408}" presName="compNode" presStyleCnt="0"/>
      <dgm:spPr/>
    </dgm:pt>
    <dgm:pt modelId="{3EAB6D50-1DBC-4DB5-8A31-EF3F61199CEC}" type="pres">
      <dgm:prSet presAssocID="{C1F165CD-A275-446C-99DA-D9D05F754408}" presName="bgRect" presStyleLbl="bgShp" presStyleIdx="0" presStyleCnt="3"/>
      <dgm:spPr/>
    </dgm:pt>
    <dgm:pt modelId="{6A15FB19-3C6A-4BEB-ADFF-E4B3ACB5A440}" type="pres">
      <dgm:prSet presAssocID="{C1F165CD-A275-446C-99DA-D9D05F754408}"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cument"/>
        </a:ext>
      </dgm:extLst>
    </dgm:pt>
    <dgm:pt modelId="{4CABAB12-5158-483A-A9C7-F0EF8554F6E0}" type="pres">
      <dgm:prSet presAssocID="{C1F165CD-A275-446C-99DA-D9D05F754408}" presName="spaceRect" presStyleCnt="0"/>
      <dgm:spPr/>
    </dgm:pt>
    <dgm:pt modelId="{F7CC3A4D-B714-410C-8C08-EADD4CB6A99D}" type="pres">
      <dgm:prSet presAssocID="{C1F165CD-A275-446C-99DA-D9D05F754408}" presName="parTx" presStyleLbl="revTx" presStyleIdx="0" presStyleCnt="3">
        <dgm:presLayoutVars>
          <dgm:chMax val="0"/>
          <dgm:chPref val="0"/>
        </dgm:presLayoutVars>
      </dgm:prSet>
      <dgm:spPr/>
    </dgm:pt>
    <dgm:pt modelId="{894F5D84-BD7F-44F6-9A5A-FCD6278A8186}" type="pres">
      <dgm:prSet presAssocID="{8AFEA0B7-933C-40E9-BBF5-80730070B007}" presName="sibTrans" presStyleCnt="0"/>
      <dgm:spPr/>
    </dgm:pt>
    <dgm:pt modelId="{AE6D7FD7-4424-4EC3-A142-037C5F1884B9}" type="pres">
      <dgm:prSet presAssocID="{C530F3F1-FB7F-43C3-878E-E611B47C15E4}" presName="compNode" presStyleCnt="0"/>
      <dgm:spPr/>
    </dgm:pt>
    <dgm:pt modelId="{F7B029EC-44C4-4439-BBD6-7242C9A38CF2}" type="pres">
      <dgm:prSet presAssocID="{C530F3F1-FB7F-43C3-878E-E611B47C15E4}" presName="bgRect" presStyleLbl="bgShp" presStyleIdx="1" presStyleCnt="3"/>
      <dgm:spPr/>
    </dgm:pt>
    <dgm:pt modelId="{7362038A-D7F6-44EA-BF61-A17680A5B0B5}" type="pres">
      <dgm:prSet presAssocID="{C530F3F1-FB7F-43C3-878E-E611B47C15E4}"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ourglass"/>
        </a:ext>
      </dgm:extLst>
    </dgm:pt>
    <dgm:pt modelId="{F916DCB5-06F8-43B6-8317-3DE9ABCB9DD3}" type="pres">
      <dgm:prSet presAssocID="{C530F3F1-FB7F-43C3-878E-E611B47C15E4}" presName="spaceRect" presStyleCnt="0"/>
      <dgm:spPr/>
    </dgm:pt>
    <dgm:pt modelId="{0B65F908-6191-4689-8F6A-62E6F1A275C0}" type="pres">
      <dgm:prSet presAssocID="{C530F3F1-FB7F-43C3-878E-E611B47C15E4}" presName="parTx" presStyleLbl="revTx" presStyleIdx="1" presStyleCnt="3">
        <dgm:presLayoutVars>
          <dgm:chMax val="0"/>
          <dgm:chPref val="0"/>
        </dgm:presLayoutVars>
      </dgm:prSet>
      <dgm:spPr/>
    </dgm:pt>
    <dgm:pt modelId="{87589CEF-0CA9-4785-845D-62AD81AFFF1A}" type="pres">
      <dgm:prSet presAssocID="{3C653F9F-4105-49FD-8C7B-DA74DFBCD158}" presName="sibTrans" presStyleCnt="0"/>
      <dgm:spPr/>
    </dgm:pt>
    <dgm:pt modelId="{A5F95C6D-F5E4-42B1-AF73-1172B0EA127C}" type="pres">
      <dgm:prSet presAssocID="{E3432C38-A857-4F0F-B354-FDF6BB8B4BD5}" presName="compNode" presStyleCnt="0"/>
      <dgm:spPr/>
    </dgm:pt>
    <dgm:pt modelId="{09CD8F1E-7DA5-448D-9A57-CCBB42F2326B}" type="pres">
      <dgm:prSet presAssocID="{E3432C38-A857-4F0F-B354-FDF6BB8B4BD5}" presName="bgRect" presStyleLbl="bgShp" presStyleIdx="2" presStyleCnt="3"/>
      <dgm:spPr/>
    </dgm:pt>
    <dgm:pt modelId="{7AB22949-5146-40D5-AB0C-4D630E4AAF2D}" type="pres">
      <dgm:prSet presAssocID="{E3432C38-A857-4F0F-B354-FDF6BB8B4BD5}"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ullseye"/>
        </a:ext>
      </dgm:extLst>
    </dgm:pt>
    <dgm:pt modelId="{D58D3577-E8EE-40AF-A999-8D16589C0DD5}" type="pres">
      <dgm:prSet presAssocID="{E3432C38-A857-4F0F-B354-FDF6BB8B4BD5}" presName="spaceRect" presStyleCnt="0"/>
      <dgm:spPr/>
    </dgm:pt>
    <dgm:pt modelId="{11BFA95A-14EE-46E6-8C26-80BCF4FA6F8C}" type="pres">
      <dgm:prSet presAssocID="{E3432C38-A857-4F0F-B354-FDF6BB8B4BD5}" presName="parTx" presStyleLbl="revTx" presStyleIdx="2" presStyleCnt="3">
        <dgm:presLayoutVars>
          <dgm:chMax val="0"/>
          <dgm:chPref val="0"/>
        </dgm:presLayoutVars>
      </dgm:prSet>
      <dgm:spPr/>
    </dgm:pt>
  </dgm:ptLst>
  <dgm:cxnLst>
    <dgm:cxn modelId="{A93BF92F-7DE3-4BB1-8B48-60D23B029C7F}" srcId="{7F66ACF1-7010-497D-833B-6142428E91BF}" destId="{C530F3F1-FB7F-43C3-878E-E611B47C15E4}" srcOrd="1" destOrd="0" parTransId="{0EF92FF6-9EFB-41A9-95CB-81F049D5AE43}" sibTransId="{3C653F9F-4105-49FD-8C7B-DA74DFBCD158}"/>
    <dgm:cxn modelId="{65961340-90F3-417A-87FD-43D5CE12C5EB}" type="presOf" srcId="{E3432C38-A857-4F0F-B354-FDF6BB8B4BD5}" destId="{11BFA95A-14EE-46E6-8C26-80BCF4FA6F8C}" srcOrd="0" destOrd="0" presId="urn:microsoft.com/office/officeart/2018/2/layout/IconVerticalSolidList"/>
    <dgm:cxn modelId="{0D2F1D42-02E0-4AEF-BFB3-ECD97FCD6E72}" srcId="{7F66ACF1-7010-497D-833B-6142428E91BF}" destId="{E3432C38-A857-4F0F-B354-FDF6BB8B4BD5}" srcOrd="2" destOrd="0" parTransId="{ED0E6C4B-E2F7-4710-8913-5A73B28C4F48}" sibTransId="{D8506434-3AF4-4F68-AC3C-315AFE91C25A}"/>
    <dgm:cxn modelId="{4F95316C-7514-484B-BA97-E719D95756BE}" srcId="{7F66ACF1-7010-497D-833B-6142428E91BF}" destId="{C1F165CD-A275-446C-99DA-D9D05F754408}" srcOrd="0" destOrd="0" parTransId="{BCEB0914-FBDD-47C2-AFCC-B18FD922C523}" sibTransId="{8AFEA0B7-933C-40E9-BBF5-80730070B007}"/>
    <dgm:cxn modelId="{D9067950-9A1C-4FCC-96B3-3807760DAC6C}" type="presOf" srcId="{7F66ACF1-7010-497D-833B-6142428E91BF}" destId="{8723EABE-D2B1-41BD-8CC3-E5D5B2198BE9}" srcOrd="0" destOrd="0" presId="urn:microsoft.com/office/officeart/2018/2/layout/IconVerticalSolidList"/>
    <dgm:cxn modelId="{32B3F273-E3EF-450A-A413-90176D717854}" type="presOf" srcId="{C530F3F1-FB7F-43C3-878E-E611B47C15E4}" destId="{0B65F908-6191-4689-8F6A-62E6F1A275C0}" srcOrd="0" destOrd="0" presId="urn:microsoft.com/office/officeart/2018/2/layout/IconVerticalSolidList"/>
    <dgm:cxn modelId="{6169B9F9-E924-4E5F-91A4-0BD78D1B3F7C}" type="presOf" srcId="{C1F165CD-A275-446C-99DA-D9D05F754408}" destId="{F7CC3A4D-B714-410C-8C08-EADD4CB6A99D}" srcOrd="0" destOrd="0" presId="urn:microsoft.com/office/officeart/2018/2/layout/IconVerticalSolidList"/>
    <dgm:cxn modelId="{9F62CC01-4E48-42FB-B18F-1234DBC73E68}" type="presParOf" srcId="{8723EABE-D2B1-41BD-8CC3-E5D5B2198BE9}" destId="{3CF67111-D522-45A2-99C0-12CFF96DB795}" srcOrd="0" destOrd="0" presId="urn:microsoft.com/office/officeart/2018/2/layout/IconVerticalSolidList"/>
    <dgm:cxn modelId="{8624C8B9-912C-4532-841B-1E6E2B5630AE}" type="presParOf" srcId="{3CF67111-D522-45A2-99C0-12CFF96DB795}" destId="{3EAB6D50-1DBC-4DB5-8A31-EF3F61199CEC}" srcOrd="0" destOrd="0" presId="urn:microsoft.com/office/officeart/2018/2/layout/IconVerticalSolidList"/>
    <dgm:cxn modelId="{3575DADA-D0A6-4E6C-B0D9-C67BC15BA3EA}" type="presParOf" srcId="{3CF67111-D522-45A2-99C0-12CFF96DB795}" destId="{6A15FB19-3C6A-4BEB-ADFF-E4B3ACB5A440}" srcOrd="1" destOrd="0" presId="urn:microsoft.com/office/officeart/2018/2/layout/IconVerticalSolidList"/>
    <dgm:cxn modelId="{A0557A84-1D19-462E-B6C3-FD3949F52CBB}" type="presParOf" srcId="{3CF67111-D522-45A2-99C0-12CFF96DB795}" destId="{4CABAB12-5158-483A-A9C7-F0EF8554F6E0}" srcOrd="2" destOrd="0" presId="urn:microsoft.com/office/officeart/2018/2/layout/IconVerticalSolidList"/>
    <dgm:cxn modelId="{66F8C4D6-F877-4217-97F5-1DA1DE0DC4A3}" type="presParOf" srcId="{3CF67111-D522-45A2-99C0-12CFF96DB795}" destId="{F7CC3A4D-B714-410C-8C08-EADD4CB6A99D}" srcOrd="3" destOrd="0" presId="urn:microsoft.com/office/officeart/2018/2/layout/IconVerticalSolidList"/>
    <dgm:cxn modelId="{586F6A96-48BE-4A84-ACDC-72A7DDA1E874}" type="presParOf" srcId="{8723EABE-D2B1-41BD-8CC3-E5D5B2198BE9}" destId="{894F5D84-BD7F-44F6-9A5A-FCD6278A8186}" srcOrd="1" destOrd="0" presId="urn:microsoft.com/office/officeart/2018/2/layout/IconVerticalSolidList"/>
    <dgm:cxn modelId="{5A109E08-D6BC-48A5-9599-56B3130756EA}" type="presParOf" srcId="{8723EABE-D2B1-41BD-8CC3-E5D5B2198BE9}" destId="{AE6D7FD7-4424-4EC3-A142-037C5F1884B9}" srcOrd="2" destOrd="0" presId="urn:microsoft.com/office/officeart/2018/2/layout/IconVerticalSolidList"/>
    <dgm:cxn modelId="{2260F081-3791-4492-803F-9967B745A164}" type="presParOf" srcId="{AE6D7FD7-4424-4EC3-A142-037C5F1884B9}" destId="{F7B029EC-44C4-4439-BBD6-7242C9A38CF2}" srcOrd="0" destOrd="0" presId="urn:microsoft.com/office/officeart/2018/2/layout/IconVerticalSolidList"/>
    <dgm:cxn modelId="{9E53C7B0-6E37-4611-ADE9-B06BBCE3BDF8}" type="presParOf" srcId="{AE6D7FD7-4424-4EC3-A142-037C5F1884B9}" destId="{7362038A-D7F6-44EA-BF61-A17680A5B0B5}" srcOrd="1" destOrd="0" presId="urn:microsoft.com/office/officeart/2018/2/layout/IconVerticalSolidList"/>
    <dgm:cxn modelId="{0CD95D09-1A11-4BBF-88EA-2F9CBC1C174D}" type="presParOf" srcId="{AE6D7FD7-4424-4EC3-A142-037C5F1884B9}" destId="{F916DCB5-06F8-43B6-8317-3DE9ABCB9DD3}" srcOrd="2" destOrd="0" presId="urn:microsoft.com/office/officeart/2018/2/layout/IconVerticalSolidList"/>
    <dgm:cxn modelId="{4DE51034-FBD5-4C98-AAE2-70BAC2023013}" type="presParOf" srcId="{AE6D7FD7-4424-4EC3-A142-037C5F1884B9}" destId="{0B65F908-6191-4689-8F6A-62E6F1A275C0}" srcOrd="3" destOrd="0" presId="urn:microsoft.com/office/officeart/2018/2/layout/IconVerticalSolidList"/>
    <dgm:cxn modelId="{6F7EE7B2-724D-47D5-BBCB-5CF426C55D9C}" type="presParOf" srcId="{8723EABE-D2B1-41BD-8CC3-E5D5B2198BE9}" destId="{87589CEF-0CA9-4785-845D-62AD81AFFF1A}" srcOrd="3" destOrd="0" presId="urn:microsoft.com/office/officeart/2018/2/layout/IconVerticalSolidList"/>
    <dgm:cxn modelId="{888C5F9C-0CB4-44B0-BB6A-F1C812B32235}" type="presParOf" srcId="{8723EABE-D2B1-41BD-8CC3-E5D5B2198BE9}" destId="{A5F95C6D-F5E4-42B1-AF73-1172B0EA127C}" srcOrd="4" destOrd="0" presId="urn:microsoft.com/office/officeart/2018/2/layout/IconVerticalSolidList"/>
    <dgm:cxn modelId="{547998E4-1BAA-4ADC-8FE6-9871B747EF0D}" type="presParOf" srcId="{A5F95C6D-F5E4-42B1-AF73-1172B0EA127C}" destId="{09CD8F1E-7DA5-448D-9A57-CCBB42F2326B}" srcOrd="0" destOrd="0" presId="urn:microsoft.com/office/officeart/2018/2/layout/IconVerticalSolidList"/>
    <dgm:cxn modelId="{0A4E3D11-C31F-4551-83A7-0731867943A9}" type="presParOf" srcId="{A5F95C6D-F5E4-42B1-AF73-1172B0EA127C}" destId="{7AB22949-5146-40D5-AB0C-4D630E4AAF2D}" srcOrd="1" destOrd="0" presId="urn:microsoft.com/office/officeart/2018/2/layout/IconVerticalSolidList"/>
    <dgm:cxn modelId="{A94AA08E-984B-49BF-925A-5E3FDCC15DBB}" type="presParOf" srcId="{A5F95C6D-F5E4-42B1-AF73-1172B0EA127C}" destId="{D58D3577-E8EE-40AF-A999-8D16589C0DD5}" srcOrd="2" destOrd="0" presId="urn:microsoft.com/office/officeart/2018/2/layout/IconVerticalSolidList"/>
    <dgm:cxn modelId="{5A5C27A1-AD77-460D-BBFC-7271DA35AC70}" type="presParOf" srcId="{A5F95C6D-F5E4-42B1-AF73-1172B0EA127C}" destId="{11BFA95A-14EE-46E6-8C26-80BCF4FA6F8C}"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AB6D50-1DBC-4DB5-8A31-EF3F61199CEC}">
      <dsp:nvSpPr>
        <dsp:cNvPr id="0" name=""/>
        <dsp:cNvSpPr/>
      </dsp:nvSpPr>
      <dsp:spPr>
        <a:xfrm>
          <a:off x="0" y="565"/>
          <a:ext cx="5924550" cy="132229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A15FB19-3C6A-4BEB-ADFF-E4B3ACB5A440}">
      <dsp:nvSpPr>
        <dsp:cNvPr id="0" name=""/>
        <dsp:cNvSpPr/>
      </dsp:nvSpPr>
      <dsp:spPr>
        <a:xfrm>
          <a:off x="399993" y="298080"/>
          <a:ext cx="727260" cy="72726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7CC3A4D-B714-410C-8C08-EADD4CB6A99D}">
      <dsp:nvSpPr>
        <dsp:cNvPr id="0" name=""/>
        <dsp:cNvSpPr/>
      </dsp:nvSpPr>
      <dsp:spPr>
        <a:xfrm>
          <a:off x="1527246" y="565"/>
          <a:ext cx="4397303" cy="13222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9943" tIns="139943" rIns="139943" bIns="139943" numCol="1" spcCol="1270" anchor="ctr" anchorCtr="0">
          <a:noAutofit/>
        </a:bodyPr>
        <a:lstStyle/>
        <a:p>
          <a:pPr marL="0" lvl="0" indent="0" algn="l" defTabSz="1111250">
            <a:lnSpc>
              <a:spcPct val="90000"/>
            </a:lnSpc>
            <a:spcBef>
              <a:spcPct val="0"/>
            </a:spcBef>
            <a:spcAft>
              <a:spcPct val="35000"/>
            </a:spcAft>
            <a:buNone/>
          </a:pPr>
          <a:r>
            <a:rPr lang="en-US" sz="2500" b="0" i="0" kern="1200" baseline="0"/>
            <a:t>SEC 10-K filings contain key business entities embedded in narrative text</a:t>
          </a:r>
          <a:endParaRPr lang="en-US" sz="2500" kern="1200"/>
        </a:p>
      </dsp:txBody>
      <dsp:txXfrm>
        <a:off x="1527246" y="565"/>
        <a:ext cx="4397303" cy="1322291"/>
      </dsp:txXfrm>
    </dsp:sp>
    <dsp:sp modelId="{F7B029EC-44C4-4439-BBD6-7242C9A38CF2}">
      <dsp:nvSpPr>
        <dsp:cNvPr id="0" name=""/>
        <dsp:cNvSpPr/>
      </dsp:nvSpPr>
      <dsp:spPr>
        <a:xfrm>
          <a:off x="0" y="1653429"/>
          <a:ext cx="5924550" cy="132229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362038A-D7F6-44EA-BF61-A17680A5B0B5}">
      <dsp:nvSpPr>
        <dsp:cNvPr id="0" name=""/>
        <dsp:cNvSpPr/>
      </dsp:nvSpPr>
      <dsp:spPr>
        <a:xfrm>
          <a:off x="399993" y="1950944"/>
          <a:ext cx="727260" cy="72726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B65F908-6191-4689-8F6A-62E6F1A275C0}">
      <dsp:nvSpPr>
        <dsp:cNvPr id="0" name=""/>
        <dsp:cNvSpPr/>
      </dsp:nvSpPr>
      <dsp:spPr>
        <a:xfrm>
          <a:off x="1527246" y="1653429"/>
          <a:ext cx="4397303" cy="13222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9943" tIns="139943" rIns="139943" bIns="139943" numCol="1" spcCol="1270" anchor="ctr" anchorCtr="0">
          <a:noAutofit/>
        </a:bodyPr>
        <a:lstStyle/>
        <a:p>
          <a:pPr marL="0" lvl="0" indent="0" algn="l" defTabSz="1111250">
            <a:lnSpc>
              <a:spcPct val="90000"/>
            </a:lnSpc>
            <a:spcBef>
              <a:spcPct val="0"/>
            </a:spcBef>
            <a:spcAft>
              <a:spcPct val="35000"/>
            </a:spcAft>
            <a:buNone/>
          </a:pPr>
          <a:r>
            <a:rPr lang="en-US" sz="2500" b="0" i="0" kern="1200" baseline="0"/>
            <a:t>Manual extraction is slow and inconsistent across filings</a:t>
          </a:r>
          <a:endParaRPr lang="en-US" sz="2500" kern="1200"/>
        </a:p>
      </dsp:txBody>
      <dsp:txXfrm>
        <a:off x="1527246" y="1653429"/>
        <a:ext cx="4397303" cy="1322291"/>
      </dsp:txXfrm>
    </dsp:sp>
    <dsp:sp modelId="{09CD8F1E-7DA5-448D-9A57-CCBB42F2326B}">
      <dsp:nvSpPr>
        <dsp:cNvPr id="0" name=""/>
        <dsp:cNvSpPr/>
      </dsp:nvSpPr>
      <dsp:spPr>
        <a:xfrm>
          <a:off x="0" y="3306293"/>
          <a:ext cx="5924550" cy="132229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AB22949-5146-40D5-AB0C-4D630E4AAF2D}">
      <dsp:nvSpPr>
        <dsp:cNvPr id="0" name=""/>
        <dsp:cNvSpPr/>
      </dsp:nvSpPr>
      <dsp:spPr>
        <a:xfrm>
          <a:off x="399993" y="3603809"/>
          <a:ext cx="727260" cy="72726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1BFA95A-14EE-46E6-8C26-80BCF4FA6F8C}">
      <dsp:nvSpPr>
        <dsp:cNvPr id="0" name=""/>
        <dsp:cNvSpPr/>
      </dsp:nvSpPr>
      <dsp:spPr>
        <a:xfrm>
          <a:off x="1527246" y="3306293"/>
          <a:ext cx="4397303" cy="13222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9943" tIns="139943" rIns="139943" bIns="139943" numCol="1" spcCol="1270" anchor="ctr" anchorCtr="0">
          <a:noAutofit/>
        </a:bodyPr>
        <a:lstStyle/>
        <a:p>
          <a:pPr marL="0" lvl="0" indent="0" algn="l" defTabSz="1111250">
            <a:lnSpc>
              <a:spcPct val="90000"/>
            </a:lnSpc>
            <a:spcBef>
              <a:spcPct val="0"/>
            </a:spcBef>
            <a:spcAft>
              <a:spcPct val="35000"/>
            </a:spcAft>
            <a:buNone/>
          </a:pPr>
          <a:r>
            <a:rPr lang="en-US" sz="2500" b="0" i="0" kern="1200" baseline="0"/>
            <a:t>The goal is to extract a reliable subset of entities from this structure</a:t>
          </a:r>
          <a:endParaRPr lang="en-US" sz="2500" kern="1200"/>
        </a:p>
      </dsp:txBody>
      <dsp:txXfrm>
        <a:off x="1527246" y="3306293"/>
        <a:ext cx="4397303" cy="1322291"/>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93186B-BF25-4FE7-82AC-7715D1A401E0}" type="datetimeFigureOut">
              <a:rPr lang="en-US" smtClean="0"/>
              <a:t>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3D7A9C-F639-483F-AAD1-A1D2587D7CCA}" type="slidenum">
              <a:rPr lang="en-US" smtClean="0"/>
              <a:t>‹#›</a:t>
            </a:fld>
            <a:endParaRPr lang="en-US"/>
          </a:p>
        </p:txBody>
      </p:sp>
    </p:spTree>
    <p:extLst>
      <p:ext uri="{BB962C8B-B14F-4D97-AF65-F5344CB8AC3E}">
        <p14:creationId xmlns:p14="http://schemas.microsoft.com/office/powerpoint/2010/main" val="39266327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Hi everyone. My name is Ali Bridgers. This started for me as a practical question: in a world with AI, machine learning, LLMS!, why does entity extraction from SEC filings still feel harder than it should?</a:t>
            </a:r>
          </a:p>
          <a:p>
            <a:r>
              <a:rPr lang="en-US" sz="1200" kern="1200" dirty="0">
                <a:solidFill>
                  <a:schemeClr val="tx1"/>
                </a:solidFill>
                <a:effectLst/>
                <a:latin typeface="+mn-lt"/>
                <a:ea typeface="+mn-ea"/>
                <a:cs typeface="+mn-cs"/>
              </a:rPr>
              <a:t>On paper, 10-Ks are structured documents. In practice, they’re anything but. And that gap between expectation and reality is what this work is really about. </a:t>
            </a:r>
          </a:p>
          <a:p>
            <a:endParaRPr lang="en-US" dirty="0"/>
          </a:p>
        </p:txBody>
      </p:sp>
      <p:sp>
        <p:nvSpPr>
          <p:cNvPr id="4" name="Slide Number Placeholder 3"/>
          <p:cNvSpPr>
            <a:spLocks noGrp="1"/>
          </p:cNvSpPr>
          <p:nvPr>
            <p:ph type="sldNum" sz="quarter" idx="5"/>
          </p:nvPr>
        </p:nvSpPr>
        <p:spPr/>
        <p:txBody>
          <a:bodyPr/>
          <a:lstStyle/>
          <a:p>
            <a:fld id="{DF3D7A9C-F639-483F-AAD1-A1D2587D7CCA}" type="slidenum">
              <a:rPr lang="en-US" smtClean="0"/>
              <a:t>1</a:t>
            </a:fld>
            <a:endParaRPr lang="en-US"/>
          </a:p>
        </p:txBody>
      </p:sp>
    </p:spTree>
    <p:extLst>
      <p:ext uri="{BB962C8B-B14F-4D97-AF65-F5344CB8AC3E}">
        <p14:creationId xmlns:p14="http://schemas.microsoft.com/office/powerpoint/2010/main" val="41639227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If you pull up a live SEC Form 10-K directly from the SEC website, this is what you’re dealing with.</a:t>
            </a:r>
          </a:p>
          <a:p>
            <a:r>
              <a:rPr lang="en-US" sz="1200" kern="1200" dirty="0">
                <a:solidFill>
                  <a:schemeClr val="tx1"/>
                </a:solidFill>
                <a:effectLst/>
                <a:latin typeface="+mn-lt"/>
                <a:ea typeface="+mn-ea"/>
                <a:cs typeface="+mn-cs"/>
              </a:rPr>
              <a:t>You’ve got long blocks of narrative text mixed with tables, footnotes, and cross-references. Formatting isn’t consistent across companies, and it’s often not even consistent within the same document. Fonts are tiny. Tables break up the text. Important information might be split across sections or pushed off into a referenced proxy statement.</a:t>
            </a:r>
          </a:p>
          <a:p>
            <a:r>
              <a:rPr lang="en-US" sz="1200" kern="1200" dirty="0">
                <a:solidFill>
                  <a:schemeClr val="tx1"/>
                </a:solidFill>
                <a:effectLst/>
                <a:latin typeface="+mn-lt"/>
                <a:ea typeface="+mn-ea"/>
                <a:cs typeface="+mn-cs"/>
              </a:rPr>
              <a:t>All three of these screenshots are from the same filing. To a human reader, the structure is still understandable — but it isn’t explicitly encoded anywhere. This is what I mean by </a:t>
            </a:r>
            <a:r>
              <a:rPr lang="en-US" sz="1200" i="1" kern="1200" dirty="0">
                <a:solidFill>
                  <a:schemeClr val="tx1"/>
                </a:solidFill>
                <a:effectLst/>
                <a:latin typeface="+mn-lt"/>
                <a:ea typeface="+mn-ea"/>
                <a:cs typeface="+mn-cs"/>
              </a:rPr>
              <a:t>implied structure</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From an extraction standpoint, this is difficult input. Even for a human analyst, it’s slow and fatiguing to work through. For machines, it’s worse.</a:t>
            </a:r>
          </a:p>
          <a:p>
            <a:r>
              <a:rPr lang="en-US" sz="1200" kern="1200" dirty="0">
                <a:solidFill>
                  <a:schemeClr val="tx1"/>
                </a:solidFill>
                <a:effectLst/>
                <a:latin typeface="+mn-lt"/>
                <a:ea typeface="+mn-ea"/>
                <a:cs typeface="+mn-cs"/>
              </a:rPr>
              <a:t>A lot of people assume OCR is the main challenge here, but most modern 10-Ks are born-digital, not scanned paper documents. The text is there — the problem is that the structure isn’t. Tables, lists, and boundaries that make sense to a human reader aren’t reliably machine-readable, and a lot of context is implied rather than explicit.</a:t>
            </a:r>
          </a:p>
          <a:p>
            <a:r>
              <a:rPr lang="en-US" sz="1200" kern="1200" dirty="0">
                <a:solidFill>
                  <a:schemeClr val="tx1"/>
                </a:solidFill>
                <a:effectLst/>
                <a:latin typeface="+mn-lt"/>
                <a:ea typeface="+mn-ea"/>
                <a:cs typeface="+mn-cs"/>
              </a:rPr>
              <a:t>Unless you’re literally highlighting content in PDFs — and that’s only if the PDF is cleanly extractable — automated systems are left trying to infer structure from weak and inconsistent signals.</a:t>
            </a:r>
          </a:p>
          <a:p>
            <a:r>
              <a:rPr lang="en-US" sz="1200" kern="1200" dirty="0">
                <a:solidFill>
                  <a:schemeClr val="tx1"/>
                </a:solidFill>
                <a:effectLst/>
                <a:latin typeface="+mn-lt"/>
                <a:ea typeface="+mn-ea"/>
                <a:cs typeface="+mn-cs"/>
              </a:rPr>
              <a:t>This matters because many extraction approaches assume much cleaner inputs than this.</a:t>
            </a:r>
          </a:p>
          <a:p>
            <a:endParaRPr lang="en-US" dirty="0"/>
          </a:p>
        </p:txBody>
      </p:sp>
      <p:sp>
        <p:nvSpPr>
          <p:cNvPr id="4" name="Slide Number Placeholder 3"/>
          <p:cNvSpPr>
            <a:spLocks noGrp="1"/>
          </p:cNvSpPr>
          <p:nvPr>
            <p:ph type="sldNum" sz="quarter" idx="5"/>
          </p:nvPr>
        </p:nvSpPr>
        <p:spPr/>
        <p:txBody>
          <a:bodyPr/>
          <a:lstStyle/>
          <a:p>
            <a:fld id="{DF3D7A9C-F639-483F-AAD1-A1D2587D7CCA}" type="slidenum">
              <a:rPr lang="en-US" smtClean="0"/>
              <a:t>2</a:t>
            </a:fld>
            <a:endParaRPr lang="en-US"/>
          </a:p>
        </p:txBody>
      </p:sp>
    </p:spTree>
    <p:extLst>
      <p:ext uri="{BB962C8B-B14F-4D97-AF65-F5344CB8AC3E}">
        <p14:creationId xmlns:p14="http://schemas.microsoft.com/office/powerpoint/2010/main" val="1509356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Given what we just saw, the problem isn’t that these documents lack information. It’s that the information we care about is embedded in narrative text that only </a:t>
            </a:r>
            <a:r>
              <a:rPr lang="en-US" sz="1200" i="1" kern="1200" dirty="0">
                <a:solidFill>
                  <a:schemeClr val="tx1"/>
                </a:solidFill>
                <a:effectLst/>
                <a:latin typeface="+mn-lt"/>
                <a:ea typeface="+mn-ea"/>
                <a:cs typeface="+mn-cs"/>
              </a:rPr>
              <a:t>looks</a:t>
            </a:r>
            <a:r>
              <a:rPr lang="en-US" sz="1200" kern="1200" dirty="0">
                <a:solidFill>
                  <a:schemeClr val="tx1"/>
                </a:solidFill>
                <a:effectLst/>
                <a:latin typeface="+mn-lt"/>
                <a:ea typeface="+mn-ea"/>
                <a:cs typeface="+mn-cs"/>
              </a:rPr>
              <a:t> structured.</a:t>
            </a:r>
          </a:p>
          <a:p>
            <a:r>
              <a:rPr lang="en-US" sz="1200" kern="1200" dirty="0">
                <a:solidFill>
                  <a:schemeClr val="tx1"/>
                </a:solidFill>
                <a:effectLst/>
                <a:latin typeface="+mn-lt"/>
                <a:ea typeface="+mn-ea"/>
                <a:cs typeface="+mn-cs"/>
              </a:rPr>
              <a:t>SEC 10-K filings contain a lot of key business entities — names, roles, organizations, financial values — but they’re buried in long-form narrative sections with implied structure. Humans can adapt to that pretty quickly. We skim, we contextualize, we fill in gaps.</a:t>
            </a:r>
          </a:p>
          <a:p>
            <a:r>
              <a:rPr lang="en-US" sz="1200" kern="1200" dirty="0">
                <a:solidFill>
                  <a:schemeClr val="tx1"/>
                </a:solidFill>
                <a:effectLst/>
                <a:latin typeface="+mn-lt"/>
                <a:ea typeface="+mn-ea"/>
                <a:cs typeface="+mn-cs"/>
              </a:rPr>
              <a:t>Manual extraction works, but it’s slow, it’s tedious, and it’s inconsistent. Two people reviewing the same filing may not extract the same things, or may extract them in different ways, especially when formatting or phrasing changes.</a:t>
            </a:r>
          </a:p>
          <a:p>
            <a:r>
              <a:rPr lang="en-US" sz="1200" kern="1200" dirty="0">
                <a:solidFill>
                  <a:schemeClr val="tx1"/>
                </a:solidFill>
                <a:effectLst/>
                <a:latin typeface="+mn-lt"/>
                <a:ea typeface="+mn-ea"/>
                <a:cs typeface="+mn-cs"/>
              </a:rPr>
              <a:t>So the problem I focused on here wasn’t “extract everything,” and it wasn’t “fix the documents.”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It was whether a specific subset of business entities could be extracted from this kind of narrative structure in a way that’s more consistent and less time-intensive than manual review.</a:t>
            </a:r>
          </a:p>
          <a:p>
            <a:endParaRPr lang="en-US" dirty="0"/>
          </a:p>
        </p:txBody>
      </p:sp>
      <p:sp>
        <p:nvSpPr>
          <p:cNvPr id="4" name="Slide Number Placeholder 3"/>
          <p:cNvSpPr>
            <a:spLocks noGrp="1"/>
          </p:cNvSpPr>
          <p:nvPr>
            <p:ph type="sldNum" sz="quarter" idx="5"/>
          </p:nvPr>
        </p:nvSpPr>
        <p:spPr/>
        <p:txBody>
          <a:bodyPr/>
          <a:lstStyle/>
          <a:p>
            <a:fld id="{DF3D7A9C-F639-483F-AAD1-A1D2587D7CCA}" type="slidenum">
              <a:rPr lang="en-US" smtClean="0"/>
              <a:t>3</a:t>
            </a:fld>
            <a:endParaRPr lang="en-US"/>
          </a:p>
        </p:txBody>
      </p:sp>
    </p:spTree>
    <p:extLst>
      <p:ext uri="{BB962C8B-B14F-4D97-AF65-F5344CB8AC3E}">
        <p14:creationId xmlns:p14="http://schemas.microsoft.com/office/powerpoint/2010/main" val="10434212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Given that framing, data selection mattered a lot.</a:t>
            </a:r>
          </a:p>
          <a:p>
            <a:r>
              <a:rPr lang="en-US" sz="1200" kern="1200" dirty="0">
                <a:solidFill>
                  <a:schemeClr val="tx1"/>
                </a:solidFill>
                <a:effectLst/>
                <a:latin typeface="+mn-lt"/>
                <a:ea typeface="+mn-ea"/>
                <a:cs typeface="+mn-cs"/>
              </a:rPr>
              <a:t>I wasn’t looking for a perfect dataset — I was looking for something that let me focus on the extraction problem itself without getting bogged down in upstream issues.</a:t>
            </a:r>
          </a:p>
          <a:p>
            <a:r>
              <a:rPr lang="en-US" sz="1200" kern="1200" dirty="0">
                <a:solidFill>
                  <a:schemeClr val="tx1"/>
                </a:solidFill>
                <a:effectLst/>
                <a:latin typeface="+mn-lt"/>
                <a:ea typeface="+mn-ea"/>
                <a:cs typeface="+mn-cs"/>
              </a:rPr>
              <a:t>For this project, I used a publicly available Kaggle dataset of SEC Form 10-K filings provided as structured JSON. The biggest advantage here is that the narrative sections are already extracted and segmented. There’s no OCR, no PDF parsing, and no HTML cleanup, which allowed me to work directly with the text instead of spending time reconstructing it.</a:t>
            </a:r>
          </a:p>
          <a:p>
            <a:r>
              <a:rPr lang="en-US" sz="1200" kern="1200" dirty="0">
                <a:solidFill>
                  <a:schemeClr val="tx1"/>
                </a:solidFill>
                <a:effectLst/>
                <a:latin typeface="+mn-lt"/>
                <a:ea typeface="+mn-ea"/>
                <a:cs typeface="+mn-cs"/>
              </a:rPr>
              <a:t>That said, the dataset isn’t perfect. Some filings reference proxy statements instead of including executive information directly, which means certain sections — especially Item 10 — may be missing or incomplete. I kept those cases intentionally, because that’s a real constraint analysts have to deal with.</a:t>
            </a:r>
          </a:p>
          <a:p>
            <a:r>
              <a:rPr lang="en-US" sz="1200" kern="1200" dirty="0">
                <a:solidFill>
                  <a:schemeClr val="tx1"/>
                </a:solidFill>
                <a:effectLst/>
                <a:latin typeface="+mn-lt"/>
                <a:ea typeface="+mn-ea"/>
                <a:cs typeface="+mn-cs"/>
              </a:rPr>
              <a:t>Overall, this dataset struck a useful balance: clean enough for controlled experimentation, but realistic enough to surface downstream challenges.</a:t>
            </a:r>
          </a:p>
          <a:p>
            <a:endParaRPr lang="en-US" dirty="0"/>
          </a:p>
        </p:txBody>
      </p:sp>
      <p:sp>
        <p:nvSpPr>
          <p:cNvPr id="4" name="Slide Number Placeholder 3"/>
          <p:cNvSpPr>
            <a:spLocks noGrp="1"/>
          </p:cNvSpPr>
          <p:nvPr>
            <p:ph type="sldNum" sz="quarter" idx="5"/>
          </p:nvPr>
        </p:nvSpPr>
        <p:spPr/>
        <p:txBody>
          <a:bodyPr/>
          <a:lstStyle/>
          <a:p>
            <a:fld id="{DF3D7A9C-F639-483F-AAD1-A1D2587D7CCA}" type="slidenum">
              <a:rPr lang="en-US" smtClean="0"/>
              <a:t>4</a:t>
            </a:fld>
            <a:endParaRPr lang="en-US"/>
          </a:p>
        </p:txBody>
      </p:sp>
    </p:spTree>
    <p:extLst>
      <p:ext uri="{BB962C8B-B14F-4D97-AF65-F5344CB8AC3E}">
        <p14:creationId xmlns:p14="http://schemas.microsoft.com/office/powerpoint/2010/main" val="21576424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With the data selected, the next step was getting it into a form that could actually be evaluated.</a:t>
            </a:r>
          </a:p>
          <a:p>
            <a:r>
              <a:rPr lang="en-US" sz="1200" kern="1200" dirty="0">
                <a:solidFill>
                  <a:schemeClr val="tx1"/>
                </a:solidFill>
                <a:effectLst/>
                <a:latin typeface="+mn-lt"/>
                <a:ea typeface="+mn-ea"/>
                <a:cs typeface="+mn-cs"/>
              </a:rPr>
              <a:t>There isn’t a lot of traditional “cleaning” here in the sense of correcting text. Most of the work is about scoping and normalization.</a:t>
            </a:r>
          </a:p>
          <a:p>
            <a:r>
              <a:rPr lang="en-US" sz="1200" kern="1200" dirty="0">
                <a:solidFill>
                  <a:schemeClr val="tx1"/>
                </a:solidFill>
                <a:effectLst/>
                <a:latin typeface="+mn-lt"/>
                <a:ea typeface="+mn-ea"/>
                <a:cs typeface="+mn-cs"/>
              </a:rPr>
              <a:t>I filtered the filings down to the narrative sections I cared about — primarily Item 7 and Item 10 — and normalized things like whitespace and section boundaries, without trying to overcorrect formatting quirks that a real system would still have to handle.</a:t>
            </a:r>
          </a:p>
          <a:p>
            <a:r>
              <a:rPr lang="en-US" sz="1200" kern="1200" dirty="0">
                <a:solidFill>
                  <a:schemeClr val="tx1"/>
                </a:solidFill>
                <a:effectLst/>
                <a:latin typeface="+mn-lt"/>
                <a:ea typeface="+mn-ea"/>
                <a:cs typeface="+mn-cs"/>
              </a:rPr>
              <a:t>I also preserved document-level context so extraction results could be evaluated at the section level rather than as isolated snippets.</a:t>
            </a:r>
          </a:p>
          <a:p>
            <a:r>
              <a:rPr lang="en-US" sz="1200" kern="1200" dirty="0">
                <a:solidFill>
                  <a:schemeClr val="tx1"/>
                </a:solidFill>
                <a:effectLst/>
                <a:latin typeface="+mn-lt"/>
                <a:ea typeface="+mn-ea"/>
                <a:cs typeface="+mn-cs"/>
              </a:rPr>
              <a:t>The goal here wasn’t perfection — it was consistency, so different extraction approaches could be compared fairly.</a:t>
            </a:r>
          </a:p>
          <a:p>
            <a:endParaRPr lang="en-US" dirty="0"/>
          </a:p>
        </p:txBody>
      </p:sp>
      <p:sp>
        <p:nvSpPr>
          <p:cNvPr id="4" name="Slide Number Placeholder 3"/>
          <p:cNvSpPr>
            <a:spLocks noGrp="1"/>
          </p:cNvSpPr>
          <p:nvPr>
            <p:ph type="sldNum" sz="quarter" idx="5"/>
          </p:nvPr>
        </p:nvSpPr>
        <p:spPr/>
        <p:txBody>
          <a:bodyPr/>
          <a:lstStyle/>
          <a:p>
            <a:fld id="{DF3D7A9C-F639-483F-AAD1-A1D2587D7CCA}" type="slidenum">
              <a:rPr lang="en-US" smtClean="0"/>
              <a:t>5</a:t>
            </a:fld>
            <a:endParaRPr lang="en-US"/>
          </a:p>
        </p:txBody>
      </p:sp>
    </p:spTree>
    <p:extLst>
      <p:ext uri="{BB962C8B-B14F-4D97-AF65-F5344CB8AC3E}">
        <p14:creationId xmlns:p14="http://schemas.microsoft.com/office/powerpoint/2010/main" val="13697107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With the data prepared, the next step was establishing a baseline.</a:t>
            </a:r>
          </a:p>
          <a:p>
            <a:r>
              <a:rPr lang="en-US" sz="1200" kern="1200" dirty="0">
                <a:solidFill>
                  <a:schemeClr val="tx1"/>
                </a:solidFill>
                <a:effectLst/>
                <a:latin typeface="+mn-lt"/>
                <a:ea typeface="+mn-ea"/>
                <a:cs typeface="+mn-cs"/>
              </a:rPr>
              <a:t>I started with a rule-based approach using regular expressions, because it’s the most code-native way to extract text without introducing a model.</a:t>
            </a:r>
          </a:p>
          <a:p>
            <a:r>
              <a:rPr lang="en-US" sz="1200" kern="1200" dirty="0">
                <a:solidFill>
                  <a:schemeClr val="tx1"/>
                </a:solidFill>
                <a:effectLst/>
                <a:latin typeface="+mn-lt"/>
                <a:ea typeface="+mn-ea"/>
                <a:cs typeface="+mn-cs"/>
              </a:rPr>
              <a:t>The rules target the same scoped set of business entities used throughout the project. They’re explicit and repeatable — if something is extracted, you can point directly to the rule responsible.</a:t>
            </a:r>
          </a:p>
          <a:p>
            <a:r>
              <a:rPr lang="en-US" sz="1200" kern="1200" dirty="0">
                <a:solidFill>
                  <a:schemeClr val="tx1"/>
                </a:solidFill>
                <a:effectLst/>
                <a:latin typeface="+mn-lt"/>
                <a:ea typeface="+mn-ea"/>
                <a:cs typeface="+mn-cs"/>
              </a:rPr>
              <a:t>You’re not meant to read this code. What you’re seeing is just a small slice of the logic. A lot of the work lives in exclusion lists and guardrails — things like organization-like tokens, role words, certification phrases, and blocklists designed to prevent false positives.</a:t>
            </a:r>
          </a:p>
          <a:p>
            <a:r>
              <a:rPr lang="en-US" sz="1200" kern="1200" dirty="0">
                <a:solidFill>
                  <a:schemeClr val="tx1"/>
                </a:solidFill>
                <a:effectLst/>
                <a:latin typeface="+mn-lt"/>
                <a:ea typeface="+mn-ea"/>
                <a:cs typeface="+mn-cs"/>
              </a:rPr>
              <a:t>That scaffolding matters, because without it, regex extraction will happily match things that technically fit a pattern but aren’t meaningful entities.</a:t>
            </a:r>
          </a:p>
          <a:p>
            <a:r>
              <a:rPr lang="en-US" sz="1200" kern="1200" dirty="0">
                <a:solidFill>
                  <a:schemeClr val="tx1"/>
                </a:solidFill>
                <a:effectLst/>
                <a:latin typeface="+mn-lt"/>
                <a:ea typeface="+mn-ea"/>
                <a:cs typeface="+mn-cs"/>
              </a:rPr>
              <a:t>Even with that effort, this approach has clear limits — which is exactly why it works as a baseline.</a:t>
            </a:r>
          </a:p>
          <a:p>
            <a:endParaRPr lang="en-US" dirty="0"/>
          </a:p>
        </p:txBody>
      </p:sp>
      <p:sp>
        <p:nvSpPr>
          <p:cNvPr id="4" name="Slide Number Placeholder 3"/>
          <p:cNvSpPr>
            <a:spLocks noGrp="1"/>
          </p:cNvSpPr>
          <p:nvPr>
            <p:ph type="sldNum" sz="quarter" idx="5"/>
          </p:nvPr>
        </p:nvSpPr>
        <p:spPr/>
        <p:txBody>
          <a:bodyPr/>
          <a:lstStyle/>
          <a:p>
            <a:fld id="{DF3D7A9C-F639-483F-AAD1-A1D2587D7CCA}" type="slidenum">
              <a:rPr lang="en-US" smtClean="0"/>
              <a:t>6</a:t>
            </a:fld>
            <a:endParaRPr lang="en-US"/>
          </a:p>
        </p:txBody>
      </p:sp>
    </p:spTree>
    <p:extLst>
      <p:ext uri="{BB962C8B-B14F-4D97-AF65-F5344CB8AC3E}">
        <p14:creationId xmlns:p14="http://schemas.microsoft.com/office/powerpoint/2010/main" val="14313811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From there, I moved to a supervised Named Entity Recognition approach using </a:t>
            </a:r>
            <a:r>
              <a:rPr lang="en-US" sz="1200" kern="1200" dirty="0" err="1">
                <a:solidFill>
                  <a:schemeClr val="tx1"/>
                </a:solidFill>
                <a:effectLst/>
                <a:latin typeface="+mn-lt"/>
                <a:ea typeface="+mn-ea"/>
                <a:cs typeface="+mn-cs"/>
              </a:rPr>
              <a:t>spaCy</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The model was trained on manually labeled 10-K narrative sections using the same entity definitions and scope as the baseline. Nothing about the problem itself changed.</a:t>
            </a:r>
          </a:p>
          <a:p>
            <a:r>
              <a:rPr lang="en-US" sz="1200" kern="1200" dirty="0">
                <a:solidFill>
                  <a:schemeClr val="tx1"/>
                </a:solidFill>
                <a:effectLst/>
                <a:latin typeface="+mn-lt"/>
                <a:ea typeface="+mn-ea"/>
                <a:cs typeface="+mn-cs"/>
              </a:rPr>
              <a:t>What did change is how domain knowledge was incorporated. I augmented the pipeline with an </a:t>
            </a:r>
            <a:r>
              <a:rPr lang="en-US" sz="1200" kern="1200" dirty="0" err="1">
                <a:solidFill>
                  <a:schemeClr val="tx1"/>
                </a:solidFill>
                <a:effectLst/>
                <a:latin typeface="+mn-lt"/>
                <a:ea typeface="+mn-ea"/>
                <a:cs typeface="+mn-cs"/>
              </a:rPr>
              <a:t>EntityRuler</a:t>
            </a:r>
            <a:r>
              <a:rPr lang="en-US" sz="1200" kern="1200" dirty="0">
                <a:solidFill>
                  <a:schemeClr val="tx1"/>
                </a:solidFill>
                <a:effectLst/>
                <a:latin typeface="+mn-lt"/>
                <a:ea typeface="+mn-ea"/>
                <a:cs typeface="+mn-cs"/>
              </a:rPr>
              <a:t> that runs before the default NER component.</a:t>
            </a:r>
          </a:p>
          <a:p>
            <a:r>
              <a:rPr lang="en-US" sz="1200" kern="1200" dirty="0">
                <a:solidFill>
                  <a:schemeClr val="tx1"/>
                </a:solidFill>
                <a:effectLst/>
                <a:latin typeface="+mn-lt"/>
                <a:ea typeface="+mn-ea"/>
                <a:cs typeface="+mn-cs"/>
              </a:rPr>
              <a:t>Those rules add domain-specific signals — like executive title patterns — deterministically. The resulting spans are then passed downstream to the model.</a:t>
            </a:r>
          </a:p>
          <a:p>
            <a:r>
              <a:rPr lang="en-US" sz="1200" kern="1200" dirty="0">
                <a:solidFill>
                  <a:schemeClr val="tx1"/>
                </a:solidFill>
                <a:effectLst/>
                <a:latin typeface="+mn-lt"/>
                <a:ea typeface="+mn-ea"/>
                <a:cs typeface="+mn-cs"/>
              </a:rPr>
              <a:t>This allows the model to start from a more informed representation of the text instead of inferring everything from scratch. It’s a way of combining structured rules with learned behavior.</a:t>
            </a:r>
          </a:p>
          <a:p>
            <a:r>
              <a:rPr lang="en-US" sz="1200" kern="1200" dirty="0">
                <a:solidFill>
                  <a:schemeClr val="tx1"/>
                </a:solidFill>
                <a:effectLst/>
                <a:latin typeface="+mn-lt"/>
                <a:ea typeface="+mn-ea"/>
                <a:cs typeface="+mn-cs"/>
              </a:rPr>
              <a:t>The goal here isn’t to replace rules with machine learning — it’s to use domain knowledge to guide the model toward more consistent extraction.</a:t>
            </a:r>
          </a:p>
          <a:p>
            <a:endParaRPr lang="en-US" dirty="0"/>
          </a:p>
        </p:txBody>
      </p:sp>
      <p:sp>
        <p:nvSpPr>
          <p:cNvPr id="4" name="Slide Number Placeholder 3"/>
          <p:cNvSpPr>
            <a:spLocks noGrp="1"/>
          </p:cNvSpPr>
          <p:nvPr>
            <p:ph type="sldNum" sz="quarter" idx="5"/>
          </p:nvPr>
        </p:nvSpPr>
        <p:spPr/>
        <p:txBody>
          <a:bodyPr/>
          <a:lstStyle/>
          <a:p>
            <a:fld id="{DF3D7A9C-F639-483F-AAD1-A1D2587D7CCA}" type="slidenum">
              <a:rPr lang="en-US" smtClean="0"/>
              <a:t>7</a:t>
            </a:fld>
            <a:endParaRPr lang="en-US"/>
          </a:p>
        </p:txBody>
      </p:sp>
    </p:spTree>
    <p:extLst>
      <p:ext uri="{BB962C8B-B14F-4D97-AF65-F5344CB8AC3E}">
        <p14:creationId xmlns:p14="http://schemas.microsoft.com/office/powerpoint/2010/main" val="32588767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evaluate both approaches, I needed a reference point — a manually annotated gold set.</a:t>
            </a:r>
          </a:p>
          <a:p>
            <a:r>
              <a:rPr lang="en-US" sz="1200" kern="1200" dirty="0">
                <a:solidFill>
                  <a:schemeClr val="tx1"/>
                </a:solidFill>
                <a:effectLst/>
                <a:latin typeface="+mn-lt"/>
                <a:ea typeface="+mn-ea"/>
                <a:cs typeface="+mn-cs"/>
              </a:rPr>
              <a:t>The gold set was scoped to Item 7 and Item 10, using consistent entity definitions across both extraction approaches. The goal wasn’t scale; it was consistency.</a:t>
            </a:r>
          </a:p>
          <a:p>
            <a:r>
              <a:rPr lang="en-US" sz="1200" kern="1200" dirty="0">
                <a:solidFill>
                  <a:schemeClr val="tx1"/>
                </a:solidFill>
                <a:effectLst/>
                <a:latin typeface="+mn-lt"/>
                <a:ea typeface="+mn-ea"/>
                <a:cs typeface="+mn-cs"/>
              </a:rPr>
              <a:t>That gave me a stable basis for comparison, where differences in performance could be attributed to the extraction method rather than changes in labeling criteria.</a:t>
            </a:r>
          </a:p>
          <a:p>
            <a:r>
              <a:rPr lang="en-US" sz="1200" kern="1200" dirty="0">
                <a:solidFill>
                  <a:schemeClr val="tx1"/>
                </a:solidFill>
                <a:effectLst/>
                <a:latin typeface="+mn-lt"/>
                <a:ea typeface="+mn-ea"/>
                <a:cs typeface="+mn-cs"/>
              </a:rPr>
              <a:t>On the left is an example of the annotation format. Each entity includes a span, section, and type, allowing evaluation at the section level.</a:t>
            </a:r>
          </a:p>
          <a:p>
            <a:r>
              <a:rPr lang="en-US" sz="1200" kern="1200" dirty="0">
                <a:solidFill>
                  <a:schemeClr val="tx1"/>
                </a:solidFill>
                <a:effectLst/>
                <a:latin typeface="+mn-lt"/>
                <a:ea typeface="+mn-ea"/>
                <a:cs typeface="+mn-cs"/>
              </a:rPr>
              <a:t>Using this gold set, I evaluated both approaches using precision, recall, and F1 score to measure accuracy and consistency.</a:t>
            </a:r>
          </a:p>
          <a:p>
            <a:endParaRPr lang="en-US" dirty="0"/>
          </a:p>
        </p:txBody>
      </p:sp>
      <p:sp>
        <p:nvSpPr>
          <p:cNvPr id="4" name="Slide Number Placeholder 3"/>
          <p:cNvSpPr>
            <a:spLocks noGrp="1"/>
          </p:cNvSpPr>
          <p:nvPr>
            <p:ph type="sldNum" sz="quarter" idx="5"/>
          </p:nvPr>
        </p:nvSpPr>
        <p:spPr/>
        <p:txBody>
          <a:bodyPr/>
          <a:lstStyle/>
          <a:p>
            <a:fld id="{DF3D7A9C-F639-483F-AAD1-A1D2587D7CCA}" type="slidenum">
              <a:rPr lang="en-US" smtClean="0"/>
              <a:t>8</a:t>
            </a:fld>
            <a:endParaRPr lang="en-US"/>
          </a:p>
        </p:txBody>
      </p:sp>
    </p:spTree>
    <p:extLst>
      <p:ext uri="{BB962C8B-B14F-4D97-AF65-F5344CB8AC3E}">
        <p14:creationId xmlns:p14="http://schemas.microsoft.com/office/powerpoint/2010/main" val="34325565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Along the x-axis, you’re seeing the regex baseline, a base </a:t>
            </a:r>
            <a:r>
              <a:rPr lang="en-US" sz="1200" kern="1200" dirty="0" err="1">
                <a:solidFill>
                  <a:schemeClr val="tx1"/>
                </a:solidFill>
                <a:effectLst/>
                <a:latin typeface="+mn-lt"/>
                <a:ea typeface="+mn-ea"/>
                <a:cs typeface="+mn-cs"/>
              </a:rPr>
              <a:t>spaCy</a:t>
            </a:r>
            <a:r>
              <a:rPr lang="en-US" sz="1200" kern="1200" dirty="0">
                <a:solidFill>
                  <a:schemeClr val="tx1"/>
                </a:solidFill>
                <a:effectLst/>
                <a:latin typeface="+mn-lt"/>
                <a:ea typeface="+mn-ea"/>
                <a:cs typeface="+mn-cs"/>
              </a:rPr>
              <a:t> model, and an augmented </a:t>
            </a:r>
            <a:r>
              <a:rPr lang="en-US" sz="1200" kern="1200" dirty="0" err="1">
                <a:solidFill>
                  <a:schemeClr val="tx1"/>
                </a:solidFill>
                <a:effectLst/>
                <a:latin typeface="+mn-lt"/>
                <a:ea typeface="+mn-ea"/>
                <a:cs typeface="+mn-cs"/>
              </a:rPr>
              <a:t>spaCy</a:t>
            </a:r>
            <a:r>
              <a:rPr lang="en-US" sz="1200" kern="1200" dirty="0">
                <a:solidFill>
                  <a:schemeClr val="tx1"/>
                </a:solidFill>
                <a:effectLst/>
                <a:latin typeface="+mn-lt"/>
                <a:ea typeface="+mn-ea"/>
                <a:cs typeface="+mn-cs"/>
              </a:rPr>
              <a:t> model, evaluated under strict and relaxed matching.</a:t>
            </a:r>
          </a:p>
          <a:p>
            <a:r>
              <a:rPr lang="en-US" sz="1200" kern="1200" dirty="0">
                <a:solidFill>
                  <a:schemeClr val="tx1"/>
                </a:solidFill>
                <a:effectLst/>
                <a:latin typeface="+mn-lt"/>
                <a:ea typeface="+mn-ea"/>
                <a:cs typeface="+mn-cs"/>
              </a:rPr>
              <a:t>The regex baseline only appears under strict matching, because regex extraction is inherently exact — there isn’t a meaningful relaxed equivalent.</a:t>
            </a:r>
          </a:p>
          <a:p>
            <a:r>
              <a:rPr lang="en-US" sz="1200" kern="1200" dirty="0">
                <a:solidFill>
                  <a:schemeClr val="tx1"/>
                </a:solidFill>
                <a:effectLst/>
                <a:latin typeface="+mn-lt"/>
                <a:ea typeface="+mn-ea"/>
                <a:cs typeface="+mn-cs"/>
              </a:rPr>
              <a:t>For the machine learning models, strict matching requires exact span alignment, while relaxed matching allows partial overlap. That’s especially useful for narrative text where entity boundaries aren’t always consistent.</a:t>
            </a:r>
          </a:p>
          <a:p>
            <a:r>
              <a:rPr lang="en-US" sz="1200" kern="1200" dirty="0">
                <a:solidFill>
                  <a:schemeClr val="tx1"/>
                </a:solidFill>
                <a:effectLst/>
                <a:latin typeface="+mn-lt"/>
                <a:ea typeface="+mn-ea"/>
                <a:cs typeface="+mn-cs"/>
              </a:rPr>
              <a:t>What stands out is the clear separation between </a:t>
            </a:r>
            <a:r>
              <a:rPr lang="en-US" sz="1200" kern="1200" dirty="0" err="1">
                <a:solidFill>
                  <a:schemeClr val="tx1"/>
                </a:solidFill>
                <a:effectLst/>
                <a:latin typeface="+mn-lt"/>
                <a:ea typeface="+mn-ea"/>
                <a:cs typeface="+mn-cs"/>
              </a:rPr>
              <a:t>unaugmented</a:t>
            </a:r>
            <a:r>
              <a:rPr lang="en-US" sz="1200" kern="1200" dirty="0">
                <a:solidFill>
                  <a:schemeClr val="tx1"/>
                </a:solidFill>
                <a:effectLst/>
                <a:latin typeface="+mn-lt"/>
                <a:ea typeface="+mn-ea"/>
                <a:cs typeface="+mn-cs"/>
              </a:rPr>
              <a:t> and augmented models. Across both </a:t>
            </a:r>
            <a:r>
              <a:rPr lang="en-US" sz="1200" kern="1200" dirty="0" err="1">
                <a:solidFill>
                  <a:schemeClr val="tx1"/>
                </a:solidFill>
                <a:effectLst/>
                <a:latin typeface="+mn-lt"/>
                <a:ea typeface="+mn-ea"/>
                <a:cs typeface="+mn-cs"/>
              </a:rPr>
              <a:t>spaCy</a:t>
            </a:r>
            <a:r>
              <a:rPr lang="en-US" sz="1200" kern="1200" dirty="0">
                <a:solidFill>
                  <a:schemeClr val="tx1"/>
                </a:solidFill>
                <a:effectLst/>
                <a:latin typeface="+mn-lt"/>
                <a:ea typeface="+mn-ea"/>
                <a:cs typeface="+mn-cs"/>
              </a:rPr>
              <a:t> variants, adding domain-specific rules before NER substantially improves performance — especially under relaxed matching.</a:t>
            </a:r>
          </a:p>
          <a:p>
            <a:r>
              <a:rPr lang="en-US" sz="1200" kern="1200" dirty="0">
                <a:solidFill>
                  <a:schemeClr val="tx1"/>
                </a:solidFill>
                <a:effectLst/>
                <a:latin typeface="+mn-lt"/>
                <a:ea typeface="+mn-ea"/>
                <a:cs typeface="+mn-cs"/>
              </a:rPr>
              <a:t>What’s important here isn’t that any single model wins. It’s that once domain knowledge is introduced in a structured way, performance improves consistently across models and evaluation modes.</a:t>
            </a:r>
          </a:p>
          <a:p>
            <a:r>
              <a:rPr lang="en-US" sz="1200" kern="1200" dirty="0">
                <a:solidFill>
                  <a:schemeClr val="tx1"/>
                </a:solidFill>
                <a:effectLst/>
                <a:latin typeface="+mn-lt"/>
                <a:ea typeface="+mn-ea"/>
                <a:cs typeface="+mn-cs"/>
              </a:rPr>
              <a:t>That suggests the real leverage in this problem isn’t model complexity — it’s alignment with the domain.</a:t>
            </a:r>
          </a:p>
          <a:p>
            <a:endParaRPr lang="en-US" dirty="0"/>
          </a:p>
        </p:txBody>
      </p:sp>
      <p:sp>
        <p:nvSpPr>
          <p:cNvPr id="4" name="Slide Number Placeholder 3"/>
          <p:cNvSpPr>
            <a:spLocks noGrp="1"/>
          </p:cNvSpPr>
          <p:nvPr>
            <p:ph type="sldNum" sz="quarter" idx="5"/>
          </p:nvPr>
        </p:nvSpPr>
        <p:spPr/>
        <p:txBody>
          <a:bodyPr/>
          <a:lstStyle/>
          <a:p>
            <a:fld id="{DF3D7A9C-F639-483F-AAD1-A1D2587D7CCA}" type="slidenum">
              <a:rPr lang="en-US" smtClean="0"/>
              <a:t>9</a:t>
            </a:fld>
            <a:endParaRPr lang="en-US"/>
          </a:p>
        </p:txBody>
      </p:sp>
    </p:spTree>
    <p:extLst>
      <p:ext uri="{BB962C8B-B14F-4D97-AF65-F5344CB8AC3E}">
        <p14:creationId xmlns:p14="http://schemas.microsoft.com/office/powerpoint/2010/main" val="18556514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wrap this up, I want to zoom out from the individual scores.</a:t>
            </a:r>
          </a:p>
          <a:p>
            <a:r>
              <a:rPr lang="en-US" sz="1200" kern="1200" dirty="0">
                <a:solidFill>
                  <a:schemeClr val="tx1"/>
                </a:solidFill>
                <a:effectLst/>
                <a:latin typeface="+mn-lt"/>
                <a:ea typeface="+mn-ea"/>
                <a:cs typeface="+mn-cs"/>
              </a:rPr>
              <a:t>Entity extraction from SEC filings isn’t failing because the data is unavailable, and it isn’t failing because the models aren’t powerful enough. It fails when too much domain knowledge is left implicit.</a:t>
            </a:r>
          </a:p>
          <a:p>
            <a:r>
              <a:rPr lang="en-US" sz="1200" kern="1200" dirty="0">
                <a:solidFill>
                  <a:schemeClr val="tx1"/>
                </a:solidFill>
                <a:effectLst/>
                <a:latin typeface="+mn-lt"/>
                <a:ea typeface="+mn-ea"/>
                <a:cs typeface="+mn-cs"/>
              </a:rPr>
              <a:t>The regex baseline offered transparency but didn’t scale well. The </a:t>
            </a:r>
            <a:r>
              <a:rPr lang="en-US" sz="1200" kern="1200" dirty="0" err="1">
                <a:solidFill>
                  <a:schemeClr val="tx1"/>
                </a:solidFill>
                <a:effectLst/>
                <a:latin typeface="+mn-lt"/>
                <a:ea typeface="+mn-ea"/>
                <a:cs typeface="+mn-cs"/>
              </a:rPr>
              <a:t>unaugmented</a:t>
            </a:r>
            <a:r>
              <a:rPr lang="en-US" sz="1200" kern="1200" dirty="0">
                <a:solidFill>
                  <a:schemeClr val="tx1"/>
                </a:solidFill>
                <a:effectLst/>
                <a:latin typeface="+mn-lt"/>
                <a:ea typeface="+mn-ea"/>
                <a:cs typeface="+mn-cs"/>
              </a:rPr>
              <a:t> ML models struggled because they were being asked to infer structure that isn’t explicit in the text.</a:t>
            </a:r>
          </a:p>
          <a:p>
            <a:r>
              <a:rPr lang="en-US" sz="1200" kern="1200" dirty="0">
                <a:solidFill>
                  <a:schemeClr val="tx1"/>
                </a:solidFill>
                <a:effectLst/>
                <a:latin typeface="+mn-lt"/>
                <a:ea typeface="+mn-ea"/>
                <a:cs typeface="+mn-cs"/>
              </a:rPr>
              <a:t>The strongest results came from combining those approaches — using domain-specific rules to guide the model rather than replace it.</a:t>
            </a:r>
          </a:p>
          <a:p>
            <a:r>
              <a:rPr lang="en-US" sz="1200" kern="1200" dirty="0">
                <a:solidFill>
                  <a:schemeClr val="tx1"/>
                </a:solidFill>
                <a:effectLst/>
                <a:latin typeface="+mn-lt"/>
                <a:ea typeface="+mn-ea"/>
                <a:cs typeface="+mn-cs"/>
              </a:rPr>
              <a:t>That suggests the most effective solution here isn’t purely rule-based or purely machine learning. It’s a hybrid approach that treats domain knowledge as a first-class input.</a:t>
            </a:r>
          </a:p>
          <a:p>
            <a:r>
              <a:rPr lang="en-US" sz="1200" kern="1200" dirty="0">
                <a:solidFill>
                  <a:schemeClr val="tx1"/>
                </a:solidFill>
                <a:effectLst/>
                <a:latin typeface="+mn-lt"/>
                <a:ea typeface="+mn-ea"/>
                <a:cs typeface="+mn-cs"/>
              </a:rPr>
              <a:t>More broadly, this reinforces that for problems like this, success depends less on model size and more on alignment with the structure — and messiness — of real documents.</a:t>
            </a:r>
          </a:p>
          <a:p>
            <a:r>
              <a:rPr lang="en-US" sz="1200" kern="1200" dirty="0">
                <a:solidFill>
                  <a:schemeClr val="tx1"/>
                </a:solidFill>
                <a:effectLst/>
                <a:latin typeface="+mn-lt"/>
                <a:ea typeface="+mn-ea"/>
                <a:cs typeface="+mn-cs"/>
              </a:rPr>
              <a:t>That’s ultimately what this project set out to explore.</a:t>
            </a:r>
          </a:p>
          <a:p>
            <a:r>
              <a:rPr lang="en-US" sz="1200" kern="1200" dirty="0">
                <a:solidFill>
                  <a:schemeClr val="tx1"/>
                </a:solidFill>
                <a:effectLst/>
                <a:latin typeface="+mn-lt"/>
                <a:ea typeface="+mn-ea"/>
                <a:cs typeface="+mn-cs"/>
              </a:rPr>
              <a:t>Thank you.</a:t>
            </a:r>
          </a:p>
          <a:p>
            <a:endParaRPr lang="en-US" dirty="0"/>
          </a:p>
        </p:txBody>
      </p:sp>
      <p:sp>
        <p:nvSpPr>
          <p:cNvPr id="4" name="Slide Number Placeholder 3"/>
          <p:cNvSpPr>
            <a:spLocks noGrp="1"/>
          </p:cNvSpPr>
          <p:nvPr>
            <p:ph type="sldNum" sz="quarter" idx="5"/>
          </p:nvPr>
        </p:nvSpPr>
        <p:spPr/>
        <p:txBody>
          <a:bodyPr/>
          <a:lstStyle/>
          <a:p>
            <a:fld id="{DF3D7A9C-F639-483F-AAD1-A1D2587D7CCA}" type="slidenum">
              <a:rPr lang="en-US" smtClean="0"/>
              <a:t>10</a:t>
            </a:fld>
            <a:endParaRPr lang="en-US"/>
          </a:p>
        </p:txBody>
      </p:sp>
    </p:spTree>
    <p:extLst>
      <p:ext uri="{BB962C8B-B14F-4D97-AF65-F5344CB8AC3E}">
        <p14:creationId xmlns:p14="http://schemas.microsoft.com/office/powerpoint/2010/main" val="27723108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444479B-705B-4489-957E-7E8A228BDFA0}" type="datetime1">
              <a:rPr lang="en-US" smtClean="0"/>
              <a:t>1/5/2026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6841002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F89F774-3FA6-43B8-9241-99959C8FD463}" type="datetime1">
              <a:rPr lang="en-US" smtClean="0"/>
              <a:t>1/5/2026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6945804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9504452-5DCC-4FE2-A5C9-8A5EF6714D65}" type="datetime1">
              <a:rPr lang="en-US" smtClean="0"/>
              <a:t>1/5/2026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7706993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79ABC2-0180-4F3A-A895-A85BC724D472}" type="datetime1">
              <a:rPr lang="en-US" smtClean="0"/>
              <a:t>1/5/2026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7725861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AEEA9BA-4E8F-439E-BEA4-91FBA01E3F5F}" type="datetime1">
              <a:rPr lang="en-US" smtClean="0"/>
              <a:t>1/5/2026</a:t>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0383955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E15BF18-0007-481C-AA29-413124BC3EE7}" type="datetime1">
              <a:rPr lang="en-US" smtClean="0"/>
              <a:t>1/5/2026</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6050792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BE9870-3748-43AD-B547-02A075CB4A1D}" type="datetime1">
              <a:rPr lang="en-US" smtClean="0"/>
              <a:t>1/5/2026</a:t>
            </a:fld>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0960900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58E7897-33C5-4F1A-9307-D068E37F3DC7}" type="datetime1">
              <a:rPr lang="en-US" smtClean="0"/>
              <a:t>1/5/2026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1268996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2E171BA-CC09-47C8-A6DF-F5C5CB59CEEC}" type="datetime1">
              <a:rPr lang="en-US" smtClean="0"/>
              <a:t>1/5/2026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3596572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DA38F49-B3E2-4BF0-BEC7-C30D34ABBB8D}" type="datetime1">
              <a:rPr lang="en-US" smtClean="0"/>
              <a:t>1/5/2026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56642258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DA38F49-B3E2-4BF0-BEC7-C30D34ABBB8D}" type="datetime1">
              <a:rPr lang="en-US" smtClean="0"/>
              <a:t>1/5/2026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7880984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DA38F49-B3E2-4BF0-BEC7-C30D34ABBB8D}" type="datetime1">
              <a:rPr lang="en-US" smtClean="0"/>
              <a:t>1/5/2026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055626940"/>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DA38F49-B3E2-4BF0-BEC7-C30D34ABBB8D}" type="datetime1">
              <a:rPr lang="en-US" smtClean="0"/>
              <a:t>1/5/2026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56883061"/>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7DA38F49-B3E2-4BF0-BEC7-C30D34ABBB8D}" type="datetime1">
              <a:rPr lang="en-US" smtClean="0"/>
              <a:t>1/5/2026</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671774157"/>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7DA38F49-B3E2-4BF0-BEC7-C30D34ABBB8D}" type="datetime1">
              <a:rPr lang="en-US" smtClean="0"/>
              <a:t>1/5/2026</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512114533"/>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07B66AD-7C08-490A-ADA4-B47E10FB2407}" type="datetime1">
              <a:rPr lang="en-US" smtClean="0"/>
              <a:t>1/5/2026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9907465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B95027-4255-49E7-9841-CD21BCC99996}" type="datetime1">
              <a:rPr lang="en-US" smtClean="0"/>
              <a:t>1/5/2026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6148950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7DA38F49-B3E2-4BF0-BEC7-C30D34ABBB8D}" type="datetime1">
              <a:rPr lang="en-US" smtClean="0"/>
              <a:t>1/5/2026</a:t>
            </a:fld>
            <a:endParaRPr lang="en-US"/>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70C12960-6E85-460F-B6E3-5B82CB31AF3D}" type="slidenum">
              <a:rPr lang="en-US" smtClean="0"/>
              <a:t>‹#›</a:t>
            </a:fld>
            <a:endParaRPr lang="en-US"/>
          </a:p>
        </p:txBody>
      </p:sp>
    </p:spTree>
    <p:extLst>
      <p:ext uri="{BB962C8B-B14F-4D97-AF65-F5344CB8AC3E}">
        <p14:creationId xmlns:p14="http://schemas.microsoft.com/office/powerpoint/2010/main" val="1216585999"/>
      </p:ext>
    </p:extLst>
  </p:cSld>
  <p:clrMap bg1="dk1" tx1="lt1" bg2="dk2" tx2="lt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 id="2147483701" r:id="rId14"/>
    <p:sldLayoutId id="2147483702" r:id="rId15"/>
    <p:sldLayoutId id="2147483703" r:id="rId16"/>
    <p:sldLayoutId id="2147483704" r:id="rId17"/>
  </p:sldLayoutIdLst>
  <p:hf sldNum="0" hdr="0" ftr="0" dt="0"/>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jpeg"/><Relationship Id="rId7" Type="http://schemas.openxmlformats.org/officeDocument/2006/relationships/diagramColors" Target="../diagrams/colors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13.sv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0.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pic>
        <p:nvPicPr>
          <p:cNvPr id="4" name="Picture 3" descr="Pipes over the sea">
            <a:extLst>
              <a:ext uri="{FF2B5EF4-FFF2-40B4-BE49-F238E27FC236}">
                <a16:creationId xmlns:a16="http://schemas.microsoft.com/office/drawing/2014/main" id="{2D33EBEA-3C58-FF47-187B-A5AE842F88AF}"/>
              </a:ext>
            </a:extLst>
          </p:cNvPr>
          <p:cNvPicPr>
            <a:picLocks noChangeAspect="1"/>
          </p:cNvPicPr>
          <p:nvPr/>
        </p:nvPicPr>
        <p:blipFill>
          <a:blip r:embed="rId4">
            <a:duotone>
              <a:schemeClr val="bg2">
                <a:shade val="45000"/>
                <a:satMod val="135000"/>
              </a:schemeClr>
              <a:prstClr val="white"/>
            </a:duotone>
          </a:blip>
          <a:srcRect t="20124" b="4899"/>
          <a:stretch>
            <a:fillRect/>
          </a:stretch>
        </p:blipFill>
        <p:spPr>
          <a:xfrm>
            <a:off x="20" y="2030"/>
            <a:ext cx="12191980" cy="6855970"/>
          </a:xfrm>
          <a:prstGeom prst="rect">
            <a:avLst/>
          </a:prstGeom>
        </p:spPr>
      </p:pic>
      <p:sp>
        <p:nvSpPr>
          <p:cNvPr id="8" name="Rectangle 7">
            <a:extLst>
              <a:ext uri="{FF2B5EF4-FFF2-40B4-BE49-F238E27FC236}">
                <a16:creationId xmlns:a16="http://schemas.microsoft.com/office/drawing/2014/main" id="{256A7F27-5B86-4914-90A3-E04479F8E6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32000">
                <a:schemeClr val="bg2">
                  <a:lumMod val="75000"/>
                  <a:alpha val="4000"/>
                </a:schemeClr>
              </a:gs>
              <a:gs pos="100000">
                <a:schemeClr val="bg2">
                  <a:lumMod val="40000"/>
                  <a:alpha val="66000"/>
                </a:schemeClr>
              </a:gs>
            </a:gsLst>
            <a:path path="circle">
              <a:fillToRect l="50000" t="5000" r="50000" b="95000"/>
            </a:path>
            <a:tileRect/>
          </a:gra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useBgFill="1">
        <p:nvSpPr>
          <p:cNvPr id="10" name="Rectangle 9">
            <a:extLst>
              <a:ext uri="{FF2B5EF4-FFF2-40B4-BE49-F238E27FC236}">
                <a16:creationId xmlns:a16="http://schemas.microsoft.com/office/drawing/2014/main" id="{832A30EC-2C72-4D1B-9B53-76A0601A1F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79272" y="1828800"/>
            <a:ext cx="8833456" cy="3200400"/>
          </a:xfrm>
          <a:prstGeom prst="rect">
            <a:avLst/>
          </a:prstGeom>
          <a:ln w="190500" cap="sq">
            <a:solidFill>
              <a:srgbClr val="FFFFFF"/>
            </a:solidFill>
            <a:miter lim="800000"/>
          </a:ln>
          <a:effectLst>
            <a:outerShdw blurRad="54991" dist="17780" dir="5400000" algn="t" rotWithShape="0">
              <a:prstClr val="black">
                <a:alpha val="40000"/>
              </a:prstClr>
            </a:outerShdw>
          </a:effectLst>
          <a:scene3d>
            <a:camera prst="orthographicFront"/>
            <a:lightRig rig="twoPt" dir="t">
              <a:rot lat="0" lon="0" rev="7200000"/>
            </a:lightRig>
          </a:scene3d>
          <a:sp3d>
            <a:bevelT w="25400" h="19050"/>
          </a:sp3d>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21A1083-FD71-420B-7B29-86889244C735}"/>
              </a:ext>
            </a:extLst>
          </p:cNvPr>
          <p:cNvSpPr>
            <a:spLocks noGrp="1"/>
          </p:cNvSpPr>
          <p:nvPr>
            <p:ph type="ctrTitle"/>
          </p:nvPr>
        </p:nvSpPr>
        <p:spPr>
          <a:xfrm>
            <a:off x="1941534" y="2054268"/>
            <a:ext cx="8354862" cy="1728592"/>
          </a:xfrm>
        </p:spPr>
        <p:txBody>
          <a:bodyPr>
            <a:normAutofit/>
          </a:bodyPr>
          <a:lstStyle/>
          <a:p>
            <a:r>
              <a:rPr lang="en-US" dirty="0"/>
              <a:t>Entity Extraction with 10-Ks:</a:t>
            </a:r>
          </a:p>
        </p:txBody>
      </p:sp>
      <p:sp>
        <p:nvSpPr>
          <p:cNvPr id="3" name="Subtitle 2">
            <a:extLst>
              <a:ext uri="{FF2B5EF4-FFF2-40B4-BE49-F238E27FC236}">
                <a16:creationId xmlns:a16="http://schemas.microsoft.com/office/drawing/2014/main" id="{EEF4E34F-D066-130E-3B7A-E8D778DA57BF}"/>
              </a:ext>
            </a:extLst>
          </p:cNvPr>
          <p:cNvSpPr>
            <a:spLocks noGrp="1"/>
          </p:cNvSpPr>
          <p:nvPr>
            <p:ph type="subTitle" idx="1"/>
          </p:nvPr>
        </p:nvSpPr>
        <p:spPr>
          <a:xfrm>
            <a:off x="1941533" y="3883068"/>
            <a:ext cx="8354863" cy="965157"/>
          </a:xfrm>
        </p:spPr>
        <p:txBody>
          <a:bodyPr>
            <a:normAutofit/>
          </a:bodyPr>
          <a:lstStyle/>
          <a:p>
            <a:r>
              <a:rPr lang="en-US" dirty="0"/>
              <a:t>It’s Complicated</a:t>
            </a:r>
          </a:p>
        </p:txBody>
      </p:sp>
    </p:spTree>
    <p:extLst>
      <p:ext uri="{BB962C8B-B14F-4D97-AF65-F5344CB8AC3E}">
        <p14:creationId xmlns:p14="http://schemas.microsoft.com/office/powerpoint/2010/main" val="2721890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DAD5AA1A-6CF1-F127-32F5-0D6D40B960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16053" y="180164"/>
            <a:ext cx="5056335" cy="2779346"/>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7" name="Picture 6" descr="A screenshot of a computer&#10;&#10;AI-generated content may be incorrect.">
            <a:extLst>
              <a:ext uri="{FF2B5EF4-FFF2-40B4-BE49-F238E27FC236}">
                <a16:creationId xmlns:a16="http://schemas.microsoft.com/office/drawing/2014/main" id="{7FDEB0EB-187B-D82B-2E74-1117D932D59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11811" y="3296059"/>
            <a:ext cx="5058456" cy="3381777"/>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5" name="Picture 4" descr="A blue and white text with black lines&#10;&#10;AI-generated content may be incorrect.">
            <a:extLst>
              <a:ext uri="{FF2B5EF4-FFF2-40B4-BE49-F238E27FC236}">
                <a16:creationId xmlns:a16="http://schemas.microsoft.com/office/drawing/2014/main" id="{A90C4211-7FA7-7C92-E1D5-519793E14FA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4928" y="4262149"/>
            <a:ext cx="6423902" cy="2415687"/>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11" name="TextBox 10">
            <a:extLst>
              <a:ext uri="{FF2B5EF4-FFF2-40B4-BE49-F238E27FC236}">
                <a16:creationId xmlns:a16="http://schemas.microsoft.com/office/drawing/2014/main" id="{7F096002-324D-FF3C-B2C1-781DDA249157}"/>
              </a:ext>
            </a:extLst>
          </p:cNvPr>
          <p:cNvSpPr txBox="1"/>
          <p:nvPr/>
        </p:nvSpPr>
        <p:spPr>
          <a:xfrm>
            <a:off x="986664" y="550607"/>
            <a:ext cx="5653548" cy="830997"/>
          </a:xfrm>
          <a:prstGeom prst="rect">
            <a:avLst/>
          </a:prstGeom>
          <a:noFill/>
        </p:spPr>
        <p:txBody>
          <a:bodyPr wrap="square" rtlCol="0">
            <a:spAutoFit/>
          </a:bodyPr>
          <a:lstStyle/>
          <a:p>
            <a:r>
              <a:rPr lang="en-US" sz="4800" b="1" dirty="0"/>
              <a:t>10-Ks in the Wild</a:t>
            </a:r>
          </a:p>
        </p:txBody>
      </p:sp>
      <p:sp>
        <p:nvSpPr>
          <p:cNvPr id="15" name="TextBox 14">
            <a:extLst>
              <a:ext uri="{FF2B5EF4-FFF2-40B4-BE49-F238E27FC236}">
                <a16:creationId xmlns:a16="http://schemas.microsoft.com/office/drawing/2014/main" id="{7F43CE86-3358-108F-3E83-44118BA8813E}"/>
              </a:ext>
            </a:extLst>
          </p:cNvPr>
          <p:cNvSpPr txBox="1"/>
          <p:nvPr/>
        </p:nvSpPr>
        <p:spPr>
          <a:xfrm>
            <a:off x="580105" y="1717671"/>
            <a:ext cx="5653548" cy="2215991"/>
          </a:xfrm>
          <a:prstGeom prst="rect">
            <a:avLst/>
          </a:prstGeom>
          <a:noFill/>
        </p:spPr>
        <p:txBody>
          <a:bodyPr wrap="square" rtlCol="0">
            <a:spAutoFit/>
          </a:bodyPr>
          <a:lstStyle/>
          <a:p>
            <a:pPr marL="685800" indent="-685800">
              <a:buFont typeface="Arial" panose="020B0604020202020204" pitchFamily="34" charset="0"/>
              <a:buChar char="•"/>
            </a:pPr>
            <a:endParaRPr lang="en-US" dirty="0"/>
          </a:p>
          <a:p>
            <a:pPr marL="685800" indent="-685800">
              <a:buFont typeface="Arial" panose="020B0604020202020204" pitchFamily="34" charset="0"/>
              <a:buChar char="•"/>
            </a:pPr>
            <a:r>
              <a:rPr lang="en-US" sz="2000" dirty="0"/>
              <a:t>Dense narrative sections broken up by tables and footnotes</a:t>
            </a:r>
          </a:p>
          <a:p>
            <a:pPr marL="685800" indent="-685800">
              <a:buFont typeface="Arial" panose="020B0604020202020204" pitchFamily="34" charset="0"/>
              <a:buChar char="•"/>
            </a:pPr>
            <a:r>
              <a:rPr lang="en-US" sz="2000" dirty="0"/>
              <a:t>Structure is implied, not consistently encoded</a:t>
            </a:r>
          </a:p>
          <a:p>
            <a:pPr marL="685800" indent="-685800">
              <a:buFont typeface="Arial" panose="020B0604020202020204" pitchFamily="34" charset="0"/>
              <a:buChar char="•"/>
            </a:pPr>
            <a:r>
              <a:rPr lang="en-US" sz="2000" dirty="0"/>
              <a:t>Humans can adapt; automated systems must guess</a:t>
            </a:r>
          </a:p>
        </p:txBody>
      </p:sp>
    </p:spTree>
    <p:extLst>
      <p:ext uri="{BB962C8B-B14F-4D97-AF65-F5344CB8AC3E}">
        <p14:creationId xmlns:p14="http://schemas.microsoft.com/office/powerpoint/2010/main" val="28144980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BEAAB-A2D9-B91A-93CB-49863F4FACFD}"/>
              </a:ext>
            </a:extLst>
          </p:cNvPr>
          <p:cNvSpPr>
            <a:spLocks noGrp="1"/>
          </p:cNvSpPr>
          <p:nvPr>
            <p:ph type="title"/>
          </p:nvPr>
        </p:nvSpPr>
        <p:spPr>
          <a:xfrm>
            <a:off x="752475" y="609600"/>
            <a:ext cx="3643150" cy="5603310"/>
          </a:xfrm>
        </p:spPr>
        <p:txBody>
          <a:bodyPr>
            <a:normAutofit/>
          </a:bodyPr>
          <a:lstStyle/>
          <a:p>
            <a:r>
              <a:rPr lang="en-US" dirty="0"/>
              <a:t>Scoping the Problem</a:t>
            </a:r>
          </a:p>
        </p:txBody>
      </p:sp>
      <p:graphicFrame>
        <p:nvGraphicFramePr>
          <p:cNvPr id="8" name="Rectangle 3">
            <a:extLst>
              <a:ext uri="{FF2B5EF4-FFF2-40B4-BE49-F238E27FC236}">
                <a16:creationId xmlns:a16="http://schemas.microsoft.com/office/drawing/2014/main" id="{308616A0-5CA1-6161-230F-795B9385EE99}"/>
              </a:ext>
            </a:extLst>
          </p:cNvPr>
          <p:cNvGraphicFramePr>
            <a:graphicFrameLocks noGrp="1"/>
          </p:cNvGraphicFramePr>
          <p:nvPr>
            <p:ph idx="1"/>
            <p:extLst>
              <p:ext uri="{D42A27DB-BD31-4B8C-83A1-F6EECF244321}">
                <p14:modId xmlns:p14="http://schemas.microsoft.com/office/powerpoint/2010/main" val="365482932"/>
              </p:ext>
            </p:extLst>
          </p:nvPr>
        </p:nvGraphicFramePr>
        <p:xfrm>
          <a:off x="5127625" y="1114425"/>
          <a:ext cx="5924550" cy="462915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2835170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99E9AB2-0741-4192-0213-26A97C3F031D}"/>
              </a:ext>
            </a:extLst>
          </p:cNvPr>
          <p:cNvSpPr txBox="1"/>
          <p:nvPr/>
        </p:nvSpPr>
        <p:spPr>
          <a:xfrm>
            <a:off x="913795" y="609600"/>
            <a:ext cx="10353761" cy="1326321"/>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3400" b="1" cap="all">
                <a:effectLst>
                  <a:outerShdw blurRad="50800" dist="63500" dir="2700000" algn="tl" rotWithShape="0">
                    <a:srgbClr val="000000">
                      <a:alpha val="48000"/>
                    </a:srgbClr>
                  </a:outerShdw>
                </a:effectLst>
                <a:latin typeface="+mj-lt"/>
                <a:ea typeface="+mj-ea"/>
                <a:cs typeface="+mj-cs"/>
              </a:rPr>
              <a:t>Data Selection</a:t>
            </a:r>
          </a:p>
        </p:txBody>
      </p:sp>
      <p:sp>
        <p:nvSpPr>
          <p:cNvPr id="6" name="Rectangle 3">
            <a:extLst>
              <a:ext uri="{FF2B5EF4-FFF2-40B4-BE49-F238E27FC236}">
                <a16:creationId xmlns:a16="http://schemas.microsoft.com/office/drawing/2014/main" id="{B00E3744-3B30-DC82-77B7-DB939F52F549}"/>
              </a:ext>
            </a:extLst>
          </p:cNvPr>
          <p:cNvSpPr>
            <a:spLocks noChangeArrowheads="1"/>
          </p:cNvSpPr>
          <p:nvPr/>
        </p:nvSpPr>
        <p:spPr bwMode="auto">
          <a:xfrm>
            <a:off x="913795" y="2096064"/>
            <a:ext cx="6352824" cy="369513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L="0" marR="0" lvl="0" indent="-228600" defTabSz="914400" fontAlgn="base">
              <a:lnSpc>
                <a:spcPct val="120000"/>
              </a:lnSpc>
              <a:spcBef>
                <a:spcPct val="0"/>
              </a:spcBef>
              <a:spcAft>
                <a:spcPts val="600"/>
              </a:spcAft>
              <a:buClrTx/>
              <a:buSzTx/>
              <a:buFont typeface="Arial" panose="020B0604020202020204" pitchFamily="34" charset="0"/>
              <a:buChar char="•"/>
              <a:tabLst/>
            </a:pPr>
            <a:r>
              <a:rPr kumimoji="0" lang="en-US" altLang="en-US" b="0" i="0" u="none" strike="noStrike" cap="none" normalizeH="0" baseline="0">
                <a:ln>
                  <a:noFill/>
                </a:ln>
                <a:effectLst>
                  <a:outerShdw blurRad="50800" dist="38100" dir="2700000" algn="tl" rotWithShape="0">
                    <a:srgbClr val="000000">
                      <a:alpha val="48000"/>
                    </a:srgbClr>
                  </a:outerShdw>
                </a:effectLst>
              </a:rPr>
              <a:t>SEC Form 10-K filings (Kaggle JSON dataset)</a:t>
            </a:r>
          </a:p>
          <a:p>
            <a:pPr marL="0" marR="0" lvl="0" indent="-228600" defTabSz="914400" fontAlgn="base">
              <a:lnSpc>
                <a:spcPct val="120000"/>
              </a:lnSpc>
              <a:spcBef>
                <a:spcPct val="0"/>
              </a:spcBef>
              <a:spcAft>
                <a:spcPts val="600"/>
              </a:spcAft>
              <a:buClrTx/>
              <a:buSzTx/>
              <a:buFont typeface="Arial" panose="020B0604020202020204" pitchFamily="34" charset="0"/>
              <a:buChar char="•"/>
              <a:tabLst/>
            </a:pPr>
            <a:r>
              <a:rPr kumimoji="0" lang="en-US" altLang="en-US" b="0" i="0" u="none" strike="noStrike" cap="none" normalizeH="0" baseline="0">
                <a:ln>
                  <a:noFill/>
                </a:ln>
                <a:effectLst>
                  <a:outerShdw blurRad="50800" dist="38100" dir="2700000" algn="tl" rotWithShape="0">
                    <a:srgbClr val="000000">
                      <a:alpha val="48000"/>
                    </a:srgbClr>
                  </a:outerShdw>
                </a:effectLst>
              </a:rPr>
              <a:t>Narrative sections pre-extracted and segmented</a:t>
            </a:r>
          </a:p>
          <a:p>
            <a:pPr indent="-228600" defTabSz="914400" fontAlgn="base">
              <a:lnSpc>
                <a:spcPct val="120000"/>
              </a:lnSpc>
              <a:spcBef>
                <a:spcPct val="0"/>
              </a:spcBef>
              <a:spcAft>
                <a:spcPts val="600"/>
              </a:spcAft>
              <a:buFont typeface="Arial" panose="020B0604020202020204" pitchFamily="34" charset="0"/>
              <a:buChar char="•"/>
            </a:pPr>
            <a:r>
              <a:rPr lang="en-US" altLang="en-US">
                <a:effectLst>
                  <a:outerShdw blurRad="50800" dist="38100" dir="2700000" algn="tl" rotWithShape="0">
                    <a:srgbClr val="000000">
                      <a:alpha val="48000"/>
                    </a:srgbClr>
                  </a:outerShdw>
                </a:effectLst>
              </a:rPr>
              <a:t>No OCR, PDF parsing, or HTML cleanup</a:t>
            </a:r>
            <a:endParaRPr kumimoji="0" lang="en-US" altLang="en-US" b="0" i="0" u="none" strike="noStrike" cap="none" normalizeH="0" baseline="0">
              <a:ln>
                <a:noFill/>
              </a:ln>
              <a:effectLst>
                <a:outerShdw blurRad="50800" dist="38100" dir="2700000" algn="tl" rotWithShape="0">
                  <a:srgbClr val="000000">
                    <a:alpha val="48000"/>
                  </a:srgbClr>
                </a:outerShdw>
              </a:effectLst>
            </a:endParaRPr>
          </a:p>
          <a:p>
            <a:pPr marL="0" marR="0" lvl="0" indent="-228600" defTabSz="914400" fontAlgn="base">
              <a:lnSpc>
                <a:spcPct val="120000"/>
              </a:lnSpc>
              <a:spcBef>
                <a:spcPct val="0"/>
              </a:spcBef>
              <a:spcAft>
                <a:spcPts val="600"/>
              </a:spcAft>
              <a:buClrTx/>
              <a:buSzTx/>
              <a:buFont typeface="Arial" panose="020B0604020202020204" pitchFamily="34" charset="0"/>
              <a:buChar char="•"/>
              <a:tabLst/>
            </a:pPr>
            <a:r>
              <a:rPr kumimoji="0" lang="en-US" altLang="en-US" b="0" i="0" u="none" strike="noStrike" cap="none" normalizeH="0" baseline="0">
                <a:ln>
                  <a:noFill/>
                </a:ln>
                <a:effectLst>
                  <a:outerShdw blurRad="50800" dist="38100" dir="2700000" algn="tl" rotWithShape="0">
                    <a:srgbClr val="000000">
                      <a:alpha val="48000"/>
                    </a:srgbClr>
                  </a:outerShdw>
                </a:effectLst>
              </a:rPr>
              <a:t>Known gaps (e.g., proxy statement references)</a:t>
            </a:r>
          </a:p>
        </p:txBody>
      </p:sp>
      <p:pic>
        <p:nvPicPr>
          <p:cNvPr id="44" name="Graphic 43" descr="Database">
            <a:extLst>
              <a:ext uri="{FF2B5EF4-FFF2-40B4-BE49-F238E27FC236}">
                <a16:creationId xmlns:a16="http://schemas.microsoft.com/office/drawing/2014/main" id="{10D62400-4203-3395-7E02-828BDAB82D8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688035" y="2210935"/>
            <a:ext cx="3493180" cy="3493180"/>
          </a:xfrm>
          <a:prstGeom prst="rect">
            <a:avLst/>
          </a:prstGeom>
          <a:ln w="190500" cap="sq">
            <a:solidFill>
              <a:srgbClr val="FFFFFF"/>
            </a:solidFill>
            <a:miter lim="800000"/>
          </a:ln>
          <a:effectLst>
            <a:outerShdw blurRad="54991" dist="17780" dir="5400000" algn="ctr" rotWithShape="0">
              <a:schemeClr val="bg1">
                <a:alpha val="40000"/>
              </a:schemeClr>
            </a:outerShdw>
          </a:effectLst>
          <a:scene3d>
            <a:camera prst="orthographicFront"/>
            <a:lightRig rig="twoPt" dir="t">
              <a:rot lat="0" lon="0" rev="7200000"/>
            </a:lightRig>
          </a:scene3d>
          <a:sp3d>
            <a:bevelT w="25400" h="19050"/>
          </a:sp3d>
        </p:spPr>
      </p:pic>
    </p:spTree>
    <p:extLst>
      <p:ext uri="{BB962C8B-B14F-4D97-AF65-F5344CB8AC3E}">
        <p14:creationId xmlns:p14="http://schemas.microsoft.com/office/powerpoint/2010/main" val="37780671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FCA01-5D0C-1A0C-4F0A-5374C5838472}"/>
              </a:ext>
            </a:extLst>
          </p:cNvPr>
          <p:cNvSpPr>
            <a:spLocks noGrp="1"/>
          </p:cNvSpPr>
          <p:nvPr>
            <p:ph type="title"/>
          </p:nvPr>
        </p:nvSpPr>
        <p:spPr>
          <a:xfrm>
            <a:off x="913795" y="609600"/>
            <a:ext cx="10353761" cy="1326321"/>
          </a:xfrm>
        </p:spPr>
        <p:txBody>
          <a:bodyPr vert="horz" lIns="91440" tIns="45720" rIns="91440" bIns="45720" rtlCol="0" anchor="ctr">
            <a:normAutofit/>
          </a:bodyPr>
          <a:lstStyle/>
          <a:p>
            <a:r>
              <a:rPr lang="en-US" dirty="0"/>
              <a:t>Data Preparation &amp; Scoping</a:t>
            </a:r>
          </a:p>
        </p:txBody>
      </p:sp>
      <p:sp>
        <p:nvSpPr>
          <p:cNvPr id="5" name="Rectangle 1">
            <a:extLst>
              <a:ext uri="{FF2B5EF4-FFF2-40B4-BE49-F238E27FC236}">
                <a16:creationId xmlns:a16="http://schemas.microsoft.com/office/drawing/2014/main" id="{6C1108C1-D563-9E1E-64D2-55397693639A}"/>
              </a:ext>
            </a:extLst>
          </p:cNvPr>
          <p:cNvSpPr>
            <a:spLocks noGrp="1" noChangeArrowheads="1"/>
          </p:cNvSpPr>
          <p:nvPr>
            <p:ph sz="half" idx="1"/>
          </p:nvPr>
        </p:nvSpPr>
        <p:spPr bwMode="auto">
          <a:xfrm>
            <a:off x="913795" y="2096064"/>
            <a:ext cx="5016860" cy="369513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L="0" marR="0" lvl="0" fontAlgn="base">
              <a:spcBef>
                <a:spcPct val="0"/>
              </a:spcBef>
              <a:spcAft>
                <a:spcPts val="600"/>
              </a:spcAft>
              <a:buClrTx/>
              <a:buSzTx/>
              <a:tabLst/>
            </a:pPr>
            <a:r>
              <a:rPr kumimoji="0" lang="en-US" altLang="en-US" b="0" i="0" u="none" strike="noStrike" cap="none" normalizeH="0" baseline="0" dirty="0">
                <a:ln>
                  <a:noFill/>
                </a:ln>
              </a:rPr>
              <a:t>Filtered filings to narrative sections of interest</a:t>
            </a:r>
          </a:p>
          <a:p>
            <a:pPr marL="0" marR="0" lvl="0" fontAlgn="base">
              <a:spcBef>
                <a:spcPct val="0"/>
              </a:spcBef>
              <a:spcAft>
                <a:spcPts val="600"/>
              </a:spcAft>
              <a:buClrTx/>
              <a:buSzTx/>
              <a:tabLst/>
            </a:pPr>
            <a:r>
              <a:rPr kumimoji="0" lang="en-US" altLang="en-US" b="0" i="0" u="none" strike="noStrike" cap="none" normalizeH="0" baseline="0" dirty="0">
                <a:ln>
                  <a:noFill/>
                </a:ln>
              </a:rPr>
              <a:t>Scoped analysis to Item 7 and Item 10</a:t>
            </a:r>
          </a:p>
          <a:p>
            <a:pPr marL="0" marR="0" lvl="0" fontAlgn="base">
              <a:spcBef>
                <a:spcPct val="0"/>
              </a:spcBef>
              <a:spcAft>
                <a:spcPts val="600"/>
              </a:spcAft>
              <a:buClrTx/>
              <a:buSzTx/>
              <a:tabLst/>
            </a:pPr>
            <a:r>
              <a:rPr kumimoji="0" lang="en-US" altLang="en-US" b="0" i="0" u="none" strike="noStrike" cap="none" normalizeH="0" baseline="0" dirty="0">
                <a:ln>
                  <a:noFill/>
                </a:ln>
              </a:rPr>
              <a:t>Normalized text for consistent processing</a:t>
            </a:r>
          </a:p>
          <a:p>
            <a:pPr marL="0" marR="0" lvl="0" fontAlgn="base">
              <a:spcBef>
                <a:spcPct val="0"/>
              </a:spcBef>
              <a:spcAft>
                <a:spcPts val="600"/>
              </a:spcAft>
              <a:buClrTx/>
              <a:buSzTx/>
              <a:tabLst/>
            </a:pPr>
            <a:r>
              <a:rPr kumimoji="0" lang="en-US" altLang="en-US" b="0" i="0" u="none" strike="noStrike" cap="none" normalizeH="0" baseline="0" dirty="0">
                <a:ln>
                  <a:noFill/>
                </a:ln>
              </a:rPr>
              <a:t>Preserved document-level context for evaluation</a:t>
            </a:r>
          </a:p>
        </p:txBody>
      </p:sp>
      <p:pic>
        <p:nvPicPr>
          <p:cNvPr id="7" name="Content Placeholder 6">
            <a:extLst>
              <a:ext uri="{FF2B5EF4-FFF2-40B4-BE49-F238E27FC236}">
                <a16:creationId xmlns:a16="http://schemas.microsoft.com/office/drawing/2014/main" id="{20A26EF1-0129-765B-7039-1ADDB986165B}"/>
              </a:ext>
            </a:extLst>
          </p:cNvPr>
          <p:cNvPicPr>
            <a:picLocks noGrp="1" noChangeAspect="1"/>
          </p:cNvPicPr>
          <p:nvPr>
            <p:ph sz="half" idx="2"/>
          </p:nvPr>
        </p:nvPicPr>
        <p:blipFill>
          <a:blip r:embed="rId4"/>
          <a:srcRect r="54339" b="-2"/>
          <a:stretch>
            <a:fillRect/>
          </a:stretch>
        </p:blipFill>
        <p:spPr>
          <a:xfrm>
            <a:off x="6357257" y="2210935"/>
            <a:ext cx="4833257" cy="3493180"/>
          </a:xfrm>
          <a:prstGeom prst="rect">
            <a:avLst/>
          </a:prstGeom>
          <a:ln w="190500" cap="sq">
            <a:solidFill>
              <a:srgbClr val="FFFFFF"/>
            </a:solidFill>
            <a:miter lim="800000"/>
          </a:ln>
          <a:effectLst>
            <a:outerShdw blurRad="54991" dist="17780" dir="5400000" algn="ctr" rotWithShape="0">
              <a:schemeClr val="bg1">
                <a:alpha val="40000"/>
              </a:schemeClr>
            </a:outerShdw>
          </a:effectLst>
          <a:scene3d>
            <a:camera prst="orthographicFront"/>
            <a:lightRig rig="twoPt" dir="t">
              <a:rot lat="0" lon="0" rev="7200000"/>
            </a:lightRig>
          </a:scene3d>
          <a:sp3d>
            <a:bevelT w="25400" h="19050"/>
          </a:sp3d>
        </p:spPr>
      </p:pic>
    </p:spTree>
    <p:extLst>
      <p:ext uri="{BB962C8B-B14F-4D97-AF65-F5344CB8AC3E}">
        <p14:creationId xmlns:p14="http://schemas.microsoft.com/office/powerpoint/2010/main" val="15376389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63A83-A107-5B07-11F1-21731DECF5B9}"/>
              </a:ext>
            </a:extLst>
          </p:cNvPr>
          <p:cNvSpPr>
            <a:spLocks noGrp="1"/>
          </p:cNvSpPr>
          <p:nvPr>
            <p:ph type="title"/>
          </p:nvPr>
        </p:nvSpPr>
        <p:spPr/>
        <p:txBody>
          <a:bodyPr/>
          <a:lstStyle/>
          <a:p>
            <a:r>
              <a:rPr lang="en-US"/>
              <a:t>Establishing a Baseline</a:t>
            </a:r>
            <a:endParaRPr lang="en-US" dirty="0"/>
          </a:p>
        </p:txBody>
      </p:sp>
      <p:sp>
        <p:nvSpPr>
          <p:cNvPr id="3" name="Content Placeholder 2">
            <a:extLst>
              <a:ext uri="{FF2B5EF4-FFF2-40B4-BE49-F238E27FC236}">
                <a16:creationId xmlns:a16="http://schemas.microsoft.com/office/drawing/2014/main" id="{7C4B9755-F181-100F-D0E3-47FE3200ED26}"/>
              </a:ext>
            </a:extLst>
          </p:cNvPr>
          <p:cNvSpPr>
            <a:spLocks noGrp="1"/>
          </p:cNvSpPr>
          <p:nvPr>
            <p:ph sz="half" idx="1"/>
          </p:nvPr>
        </p:nvSpPr>
        <p:spPr/>
        <p:txBody>
          <a:bodyPr/>
          <a:lstStyle/>
          <a:p>
            <a:r>
              <a:rPr lang="en-US"/>
              <a:t>Rule-based extraction using regular expressions</a:t>
            </a:r>
          </a:p>
          <a:p>
            <a:r>
              <a:rPr lang="en-US"/>
              <a:t>Targeted a scoped set of business entities</a:t>
            </a:r>
          </a:p>
          <a:p>
            <a:r>
              <a:rPr lang="en-US"/>
              <a:t>Designed for transparency and repeatability</a:t>
            </a:r>
          </a:p>
          <a:p>
            <a:r>
              <a:rPr lang="en-US"/>
              <a:t>Serves as a performance baseline for comparison</a:t>
            </a:r>
          </a:p>
          <a:p>
            <a:endParaRPr lang="en-US" dirty="0"/>
          </a:p>
        </p:txBody>
      </p:sp>
      <p:pic>
        <p:nvPicPr>
          <p:cNvPr id="6" name="Content Placeholder 5">
            <a:extLst>
              <a:ext uri="{FF2B5EF4-FFF2-40B4-BE49-F238E27FC236}">
                <a16:creationId xmlns:a16="http://schemas.microsoft.com/office/drawing/2014/main" id="{3C7EFD0C-9AED-B9EB-7415-ED80D0F83412}"/>
              </a:ext>
            </a:extLst>
          </p:cNvPr>
          <p:cNvPicPr>
            <a:picLocks noGrp="1" noChangeAspect="1"/>
          </p:cNvPicPr>
          <p:nvPr>
            <p:ph sz="half" idx="2"/>
          </p:nvPr>
        </p:nvPicPr>
        <p:blipFill>
          <a:blip r:embed="rId3"/>
          <a:stretch>
            <a:fillRect/>
          </a:stretch>
        </p:blipFill>
        <p:spPr>
          <a:xfrm>
            <a:off x="6172203" y="4381859"/>
            <a:ext cx="5482453" cy="1409341"/>
          </a:xfrm>
          <a:prstGeom prst="rect">
            <a:avLst/>
          </a:prstGeom>
        </p:spPr>
      </p:pic>
      <p:pic>
        <p:nvPicPr>
          <p:cNvPr id="14" name="Picture 13">
            <a:extLst>
              <a:ext uri="{FF2B5EF4-FFF2-40B4-BE49-F238E27FC236}">
                <a16:creationId xmlns:a16="http://schemas.microsoft.com/office/drawing/2014/main" id="{024CDC62-9B4D-640C-7357-218AEE9AA9EB}"/>
              </a:ext>
            </a:extLst>
          </p:cNvPr>
          <p:cNvPicPr>
            <a:picLocks noChangeAspect="1"/>
          </p:cNvPicPr>
          <p:nvPr/>
        </p:nvPicPr>
        <p:blipFill>
          <a:blip r:embed="rId4"/>
          <a:stretch>
            <a:fillRect/>
          </a:stretch>
        </p:blipFill>
        <p:spPr>
          <a:xfrm>
            <a:off x="6172203" y="2254763"/>
            <a:ext cx="5482453" cy="1483487"/>
          </a:xfrm>
          <a:prstGeom prst="rect">
            <a:avLst/>
          </a:prstGeom>
        </p:spPr>
      </p:pic>
    </p:spTree>
    <p:extLst>
      <p:ext uri="{BB962C8B-B14F-4D97-AF65-F5344CB8AC3E}">
        <p14:creationId xmlns:p14="http://schemas.microsoft.com/office/powerpoint/2010/main" val="36018159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2EBC4-1335-9A4D-4466-CF0A90F2DF96}"/>
              </a:ext>
            </a:extLst>
          </p:cNvPr>
          <p:cNvSpPr>
            <a:spLocks noGrp="1"/>
          </p:cNvSpPr>
          <p:nvPr>
            <p:ph type="title"/>
          </p:nvPr>
        </p:nvSpPr>
        <p:spPr>
          <a:xfrm>
            <a:off x="4927472" y="609600"/>
            <a:ext cx="6340084" cy="1326321"/>
          </a:xfrm>
        </p:spPr>
        <p:txBody>
          <a:bodyPr vert="horz" lIns="91440" tIns="45720" rIns="91440" bIns="45720" rtlCol="0" anchor="ctr">
            <a:normAutofit/>
          </a:bodyPr>
          <a:lstStyle/>
          <a:p>
            <a:r>
              <a:rPr lang="en-US" dirty="0"/>
              <a:t>Guided Named Entity Recognition</a:t>
            </a:r>
          </a:p>
        </p:txBody>
      </p:sp>
      <p:pic>
        <p:nvPicPr>
          <p:cNvPr id="9" name="Content Placeholder 8" descr="A computer screen shot of a program code&#10;&#10;AI-generated content may be incorrect.">
            <a:extLst>
              <a:ext uri="{FF2B5EF4-FFF2-40B4-BE49-F238E27FC236}">
                <a16:creationId xmlns:a16="http://schemas.microsoft.com/office/drawing/2014/main" id="{B8D3ABCC-E12D-4449-31C4-0AD438D3240F}"/>
              </a:ext>
            </a:extLst>
          </p:cNvPr>
          <p:cNvPicPr>
            <a:picLocks noGrp="1" noChangeAspect="1"/>
          </p:cNvPicPr>
          <p:nvPr>
            <p:ph sz="half" idx="2"/>
          </p:nvPr>
        </p:nvPicPr>
        <p:blipFill>
          <a:blip r:embed="rId4"/>
          <a:srcRect r="12492"/>
          <a:stretch>
            <a:fillRect/>
          </a:stretch>
        </p:blipFill>
        <p:spPr bwMode="auto">
          <a:xfrm>
            <a:off x="21" y="10"/>
            <a:ext cx="4532650" cy="685799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1">
            <a:extLst>
              <a:ext uri="{FF2B5EF4-FFF2-40B4-BE49-F238E27FC236}">
                <a16:creationId xmlns:a16="http://schemas.microsoft.com/office/drawing/2014/main" id="{A0605923-DD98-0940-346E-EDEABDE1ACC0}"/>
              </a:ext>
            </a:extLst>
          </p:cNvPr>
          <p:cNvSpPr>
            <a:spLocks noGrp="1" noChangeArrowheads="1"/>
          </p:cNvSpPr>
          <p:nvPr>
            <p:ph sz="half" idx="1"/>
          </p:nvPr>
        </p:nvSpPr>
        <p:spPr bwMode="auto">
          <a:xfrm>
            <a:off x="4927471" y="2096064"/>
            <a:ext cx="6340085" cy="369513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L="0" marR="0" lvl="0" fontAlgn="base">
              <a:spcBef>
                <a:spcPct val="0"/>
              </a:spcBef>
              <a:spcAft>
                <a:spcPts val="600"/>
              </a:spcAft>
              <a:buClrTx/>
              <a:buSzTx/>
              <a:tabLst/>
            </a:pPr>
            <a:r>
              <a:rPr kumimoji="0" lang="en-US" altLang="en-US" b="0" i="0" u="none" strike="noStrike" cap="none" normalizeH="0" baseline="0" dirty="0">
                <a:ln>
                  <a:noFill/>
                </a:ln>
              </a:rPr>
              <a:t>Supervised Named Entity Recognition using </a:t>
            </a:r>
            <a:r>
              <a:rPr kumimoji="0" lang="en-US" altLang="en-US" b="0" i="0" u="none" strike="noStrike" cap="none" normalizeH="0" baseline="0" dirty="0" err="1">
                <a:ln>
                  <a:noFill/>
                </a:ln>
              </a:rPr>
              <a:t>spaCy</a:t>
            </a:r>
            <a:endParaRPr kumimoji="0" lang="en-US" altLang="en-US" b="0" i="0" u="none" strike="noStrike" cap="none" normalizeH="0" baseline="0" dirty="0">
              <a:ln>
                <a:noFill/>
              </a:ln>
            </a:endParaRPr>
          </a:p>
          <a:p>
            <a:pPr marL="0" marR="0" lvl="0" fontAlgn="base">
              <a:spcBef>
                <a:spcPct val="0"/>
              </a:spcBef>
              <a:spcAft>
                <a:spcPts val="600"/>
              </a:spcAft>
              <a:buClrTx/>
              <a:buSzTx/>
              <a:tabLst/>
            </a:pPr>
            <a:r>
              <a:rPr kumimoji="0" lang="en-US" altLang="en-US" b="0" i="0" u="none" strike="noStrike" cap="none" normalizeH="0" baseline="0" dirty="0">
                <a:ln>
                  <a:noFill/>
                </a:ln>
              </a:rPr>
              <a:t>Trained on manually labeled 10-K narrative sections</a:t>
            </a:r>
          </a:p>
          <a:p>
            <a:pPr marL="0" marR="0" lvl="0" fontAlgn="base">
              <a:spcBef>
                <a:spcPct val="0"/>
              </a:spcBef>
              <a:spcAft>
                <a:spcPts val="600"/>
              </a:spcAft>
              <a:buClrTx/>
              <a:buSzTx/>
              <a:tabLst/>
            </a:pPr>
            <a:r>
              <a:rPr kumimoji="0" lang="en-US" altLang="en-US" b="0" i="0" u="none" strike="noStrike" cap="none" normalizeH="0" baseline="0" dirty="0">
                <a:ln>
                  <a:noFill/>
                </a:ln>
              </a:rPr>
              <a:t>Scoped to the same business entities as the baseline</a:t>
            </a:r>
          </a:p>
          <a:p>
            <a:pPr marL="0" marR="0" lvl="0" fontAlgn="base">
              <a:spcBef>
                <a:spcPct val="0"/>
              </a:spcBef>
              <a:spcAft>
                <a:spcPts val="600"/>
              </a:spcAft>
              <a:buClrTx/>
              <a:buSzTx/>
              <a:tabLst/>
            </a:pPr>
            <a:r>
              <a:rPr kumimoji="0" lang="en-US" altLang="en-US" b="0" i="0" u="none" strike="noStrike" cap="none" normalizeH="0" baseline="0" dirty="0">
                <a:ln>
                  <a:noFill/>
                </a:ln>
              </a:rPr>
              <a:t>Designed to incorporate domain-specific signals</a:t>
            </a:r>
          </a:p>
        </p:txBody>
      </p:sp>
      <p:cxnSp>
        <p:nvCxnSpPr>
          <p:cNvPr id="11" name="Straight Connector 10">
            <a:extLst>
              <a:ext uri="{FF2B5EF4-FFF2-40B4-BE49-F238E27FC236}">
                <a16:creationId xmlns:a16="http://schemas.microsoft.com/office/drawing/2014/main" id="{E2A31A05-19BB-4F84-9402-E8569CBDBDB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36007" y="45720"/>
            <a:ext cx="0" cy="6766560"/>
          </a:xfrm>
          <a:prstGeom prst="line">
            <a:avLst/>
          </a:prstGeom>
          <a:ln w="190500" cap="sq">
            <a:solidFill>
              <a:srgbClr val="FFFFFF"/>
            </a:solidFill>
            <a:miter lim="800000"/>
          </a:ln>
          <a:scene3d>
            <a:camera prst="orthographicFront"/>
            <a:lightRig rig="twoPt" dir="t">
              <a:rot lat="0" lon="0" rev="7200000"/>
            </a:lightRig>
          </a:scene3d>
          <a:sp3d>
            <a:bevelT w="25400" h="19050"/>
          </a:sp3d>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04368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78625-E79F-4846-07C9-2017A19F54AF}"/>
              </a:ext>
            </a:extLst>
          </p:cNvPr>
          <p:cNvSpPr>
            <a:spLocks noGrp="1"/>
          </p:cNvSpPr>
          <p:nvPr>
            <p:ph type="title"/>
          </p:nvPr>
        </p:nvSpPr>
        <p:spPr>
          <a:xfrm>
            <a:off x="4927472" y="609600"/>
            <a:ext cx="6340084" cy="1326321"/>
          </a:xfrm>
        </p:spPr>
        <p:txBody>
          <a:bodyPr vert="horz" lIns="91440" tIns="45720" rIns="91440" bIns="45720" rtlCol="0" anchor="ctr">
            <a:normAutofit/>
          </a:bodyPr>
          <a:lstStyle/>
          <a:p>
            <a:r>
              <a:rPr lang="en-US"/>
              <a:t>Evaluation &amp; Gold Set</a:t>
            </a:r>
            <a:endParaRPr lang="en-US" dirty="0"/>
          </a:p>
        </p:txBody>
      </p:sp>
      <p:sp>
        <p:nvSpPr>
          <p:cNvPr id="25" name="Rectangle 24">
            <a:extLst>
              <a:ext uri="{FF2B5EF4-FFF2-40B4-BE49-F238E27FC236}">
                <a16:creationId xmlns:a16="http://schemas.microsoft.com/office/drawing/2014/main" id="{9D374119-2129-4781-ACAB-9C3618BD4B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2475" y="733425"/>
            <a:ext cx="3743325" cy="5391150"/>
          </a:xfrm>
          <a:prstGeom prst="rect">
            <a:avLst/>
          </a:prstGeom>
          <a:solidFill>
            <a:schemeClr val="tx1"/>
          </a:solidFill>
          <a:ln w="190500" cap="sq">
            <a:solidFill>
              <a:srgbClr val="FFFFFF"/>
            </a:solidFill>
            <a:miter lim="800000"/>
          </a:ln>
          <a:effectLst>
            <a:outerShdw blurRad="54991" dist="17780" dir="5400000" algn="ctr" rotWithShape="0">
              <a:schemeClr val="bg1">
                <a:alpha val="40000"/>
              </a:schemeClr>
            </a:outerShdw>
          </a:effectLst>
          <a:scene3d>
            <a:camera prst="orthographicFront"/>
            <a:lightRig rig="twoPt" dir="t">
              <a:rot lat="0" lon="0" rev="7200000"/>
            </a:lightRig>
          </a:scene3d>
          <a:sp3d>
            <a:bevelT w="25400" h="190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Content Placeholder 19">
            <a:extLst>
              <a:ext uri="{FF2B5EF4-FFF2-40B4-BE49-F238E27FC236}">
                <a16:creationId xmlns:a16="http://schemas.microsoft.com/office/drawing/2014/main" id="{03E86813-72B0-E6AA-C2E6-E408428C25E7}"/>
              </a:ext>
            </a:extLst>
          </p:cNvPr>
          <p:cNvPicPr>
            <a:picLocks noGrp="1" noChangeAspect="1"/>
          </p:cNvPicPr>
          <p:nvPr>
            <p:ph sz="half" idx="2"/>
          </p:nvPr>
        </p:nvPicPr>
        <p:blipFill>
          <a:blip r:embed="rId4"/>
          <a:srcRect l="640" r="26178" b="3"/>
          <a:stretch>
            <a:fillRect/>
          </a:stretch>
        </p:blipFill>
        <p:spPr>
          <a:xfrm>
            <a:off x="1141857" y="1114868"/>
            <a:ext cx="2964561" cy="4628265"/>
          </a:xfrm>
          <a:prstGeom prst="rect">
            <a:avLst/>
          </a:prstGeom>
        </p:spPr>
      </p:pic>
      <p:sp>
        <p:nvSpPr>
          <p:cNvPr id="27" name="Rectangle 26">
            <a:extLst>
              <a:ext uri="{FF2B5EF4-FFF2-40B4-BE49-F238E27FC236}">
                <a16:creationId xmlns:a16="http://schemas.microsoft.com/office/drawing/2014/main" id="{CD49B4B0-3C14-40B1-82E0-072A4678F0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1340" y="804806"/>
            <a:ext cx="3625595" cy="5248389"/>
          </a:xfrm>
          <a:prstGeom prst="rect">
            <a:avLst/>
          </a:prstGeom>
          <a:no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1">
            <a:extLst>
              <a:ext uri="{FF2B5EF4-FFF2-40B4-BE49-F238E27FC236}">
                <a16:creationId xmlns:a16="http://schemas.microsoft.com/office/drawing/2014/main" id="{E8E40887-BA8A-C986-84BA-6D358F555904}"/>
              </a:ext>
            </a:extLst>
          </p:cNvPr>
          <p:cNvSpPr>
            <a:spLocks noGrp="1" noChangeArrowheads="1"/>
          </p:cNvSpPr>
          <p:nvPr>
            <p:ph sz="half" idx="1"/>
          </p:nvPr>
        </p:nvSpPr>
        <p:spPr bwMode="auto">
          <a:xfrm>
            <a:off x="4927471" y="2096064"/>
            <a:ext cx="6340085" cy="369513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L="0" marR="0" lvl="0" fontAlgn="base">
              <a:spcBef>
                <a:spcPct val="0"/>
              </a:spcBef>
              <a:spcAft>
                <a:spcPts val="600"/>
              </a:spcAft>
              <a:buClrTx/>
              <a:buSzTx/>
              <a:tabLst/>
            </a:pPr>
            <a:r>
              <a:rPr kumimoji="0" lang="en-US" altLang="en-US" b="0" i="0" u="none" strike="noStrike" cap="none" normalizeH="0" baseline="0">
                <a:ln>
                  <a:noFill/>
                </a:ln>
              </a:rPr>
              <a:t>Created a manually annotated gold set</a:t>
            </a:r>
          </a:p>
          <a:p>
            <a:pPr marL="0" marR="0" lvl="0" fontAlgn="base">
              <a:spcBef>
                <a:spcPct val="0"/>
              </a:spcBef>
              <a:spcAft>
                <a:spcPts val="600"/>
              </a:spcAft>
              <a:buClrTx/>
              <a:buSzTx/>
              <a:tabLst/>
            </a:pPr>
            <a:r>
              <a:rPr kumimoji="0" lang="en-US" altLang="en-US" b="0" i="0" u="none" strike="noStrike" cap="none" normalizeH="0" baseline="0">
                <a:ln>
                  <a:noFill/>
                </a:ln>
              </a:rPr>
              <a:t>Scoped to Item 7 and Item 10 sections</a:t>
            </a:r>
          </a:p>
          <a:p>
            <a:pPr marL="0" marR="0" lvl="0" fontAlgn="base">
              <a:spcBef>
                <a:spcPct val="0"/>
              </a:spcBef>
              <a:spcAft>
                <a:spcPts val="600"/>
              </a:spcAft>
              <a:buClrTx/>
              <a:buSzTx/>
              <a:tabLst/>
            </a:pPr>
            <a:r>
              <a:rPr kumimoji="0" lang="en-US" altLang="en-US" b="0" i="0" u="none" strike="noStrike" cap="none" normalizeH="0" baseline="0">
                <a:ln>
                  <a:noFill/>
                </a:ln>
              </a:rPr>
              <a:t>Used consistent entity definitions across approaches</a:t>
            </a:r>
          </a:p>
          <a:p>
            <a:pPr marL="0" marR="0" lvl="0" fontAlgn="base">
              <a:spcBef>
                <a:spcPct val="0"/>
              </a:spcBef>
              <a:spcAft>
                <a:spcPts val="600"/>
              </a:spcAft>
              <a:buClrTx/>
              <a:buSzTx/>
              <a:tabLst/>
            </a:pPr>
            <a:r>
              <a:rPr kumimoji="0" lang="en-US" altLang="en-US" b="0" i="0" u="none" strike="noStrike" cap="none" normalizeH="0" baseline="0">
                <a:ln>
                  <a:noFill/>
                </a:ln>
              </a:rPr>
              <a:t>Evaluated precision, recall, and F1 score</a:t>
            </a:r>
          </a:p>
        </p:txBody>
      </p:sp>
    </p:spTree>
    <p:extLst>
      <p:ext uri="{BB962C8B-B14F-4D97-AF65-F5344CB8AC3E}">
        <p14:creationId xmlns:p14="http://schemas.microsoft.com/office/powerpoint/2010/main" val="31249241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5FEBB-5BFC-4BBB-B2FE-C4AC6B7C8901}"/>
              </a:ext>
            </a:extLst>
          </p:cNvPr>
          <p:cNvSpPr>
            <a:spLocks noGrp="1"/>
          </p:cNvSpPr>
          <p:nvPr>
            <p:ph type="title"/>
          </p:nvPr>
        </p:nvSpPr>
        <p:spPr/>
        <p:txBody>
          <a:bodyPr/>
          <a:lstStyle/>
          <a:p>
            <a:r>
              <a:rPr lang="en-US" dirty="0"/>
              <a:t>results</a:t>
            </a:r>
          </a:p>
        </p:txBody>
      </p:sp>
      <p:pic>
        <p:nvPicPr>
          <p:cNvPr id="5" name="Content Placeholder 4" descr="A graph of a number of different colored bars">
            <a:extLst>
              <a:ext uri="{FF2B5EF4-FFF2-40B4-BE49-F238E27FC236}">
                <a16:creationId xmlns:a16="http://schemas.microsoft.com/office/drawing/2014/main" id="{CC701536-4FE2-56D9-B938-983B3418A903}"/>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361597" y="2095500"/>
            <a:ext cx="7459280" cy="3695700"/>
          </a:xfrm>
          <a:prstGeom prst="rect">
            <a:avLst/>
          </a:prstGeom>
        </p:spPr>
      </p:pic>
    </p:spTree>
    <p:extLst>
      <p:ext uri="{BB962C8B-B14F-4D97-AF65-F5344CB8AC3E}">
        <p14:creationId xmlns:p14="http://schemas.microsoft.com/office/powerpoint/2010/main" val="26490111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570C0FF-EEE6-EAE3-EEB5-F8D6EC6C4266}"/>
              </a:ext>
            </a:extLst>
          </p:cNvPr>
          <p:cNvSpPr>
            <a:spLocks noGrp="1"/>
          </p:cNvSpPr>
          <p:nvPr>
            <p:ph type="title"/>
          </p:nvPr>
        </p:nvSpPr>
        <p:spPr>
          <a:xfrm>
            <a:off x="6435091" y="609600"/>
            <a:ext cx="4832465" cy="1326321"/>
          </a:xfrm>
        </p:spPr>
        <p:txBody>
          <a:bodyPr>
            <a:normAutofit/>
          </a:bodyPr>
          <a:lstStyle/>
          <a:p>
            <a:r>
              <a:rPr lang="en-US" dirty="0"/>
              <a:t>Key Takeaways &amp; Implications</a:t>
            </a:r>
          </a:p>
        </p:txBody>
      </p:sp>
      <p:sp>
        <p:nvSpPr>
          <p:cNvPr id="21" name="Rectangle 20">
            <a:extLst>
              <a:ext uri="{FF2B5EF4-FFF2-40B4-BE49-F238E27FC236}">
                <a16:creationId xmlns:a16="http://schemas.microsoft.com/office/drawing/2014/main" id="{7FBC4875-DB6D-4EE2-9DDB-2110004516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2475" y="733425"/>
            <a:ext cx="5229225" cy="5391150"/>
          </a:xfrm>
          <a:prstGeom prst="rect">
            <a:avLst/>
          </a:prstGeom>
          <a:solidFill>
            <a:schemeClr val="tx1"/>
          </a:solidFill>
          <a:ln w="190500" cap="sq">
            <a:solidFill>
              <a:srgbClr val="FFFFFF"/>
            </a:solidFill>
            <a:miter lim="800000"/>
          </a:ln>
          <a:effectLst>
            <a:outerShdw blurRad="54991" dist="17780" dir="5400000" algn="ctr" rotWithShape="0">
              <a:schemeClr val="bg1">
                <a:alpha val="40000"/>
              </a:schemeClr>
            </a:outerShdw>
          </a:effectLst>
          <a:scene3d>
            <a:camera prst="orthographicFront"/>
            <a:lightRig rig="twoPt" dir="t">
              <a:rot lat="0" lon="0" rev="7200000"/>
            </a:lightRig>
          </a:scene3d>
          <a:sp3d>
            <a:bevelT w="25400" h="190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descr="Cardboard boxes on conveyor belt">
            <a:extLst>
              <a:ext uri="{FF2B5EF4-FFF2-40B4-BE49-F238E27FC236}">
                <a16:creationId xmlns:a16="http://schemas.microsoft.com/office/drawing/2014/main" id="{D3E5E238-E0D6-5678-028B-B5182EEFCAF1}"/>
              </a:ext>
            </a:extLst>
          </p:cNvPr>
          <p:cNvPicPr>
            <a:picLocks noChangeAspect="1"/>
          </p:cNvPicPr>
          <p:nvPr/>
        </p:nvPicPr>
        <p:blipFill>
          <a:blip r:embed="rId4"/>
          <a:srcRect l="23803" r="12010" b="-2"/>
          <a:stretch>
            <a:fillRect/>
          </a:stretch>
        </p:blipFill>
        <p:spPr>
          <a:xfrm>
            <a:off x="1141857" y="1114868"/>
            <a:ext cx="4450460" cy="4628265"/>
          </a:xfrm>
          <a:prstGeom prst="rect">
            <a:avLst/>
          </a:prstGeom>
        </p:spPr>
      </p:pic>
      <p:sp>
        <p:nvSpPr>
          <p:cNvPr id="22" name="Rectangle 21">
            <a:extLst>
              <a:ext uri="{FF2B5EF4-FFF2-40B4-BE49-F238E27FC236}">
                <a16:creationId xmlns:a16="http://schemas.microsoft.com/office/drawing/2014/main" id="{97B3A8C4-2A9E-4595-91F9-179B47C580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2496" y="799817"/>
            <a:ext cx="5109182" cy="5258367"/>
          </a:xfrm>
          <a:prstGeom prst="rect">
            <a:avLst/>
          </a:prstGeom>
          <a:no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
            <a:extLst>
              <a:ext uri="{FF2B5EF4-FFF2-40B4-BE49-F238E27FC236}">
                <a16:creationId xmlns:a16="http://schemas.microsoft.com/office/drawing/2014/main" id="{A9CCDA36-DA80-F08B-779D-0C4090B543CA}"/>
              </a:ext>
            </a:extLst>
          </p:cNvPr>
          <p:cNvSpPr>
            <a:spLocks noGrp="1" noChangeArrowheads="1"/>
          </p:cNvSpPr>
          <p:nvPr>
            <p:ph idx="1"/>
          </p:nvPr>
        </p:nvSpPr>
        <p:spPr bwMode="auto">
          <a:xfrm>
            <a:off x="6435091" y="2096064"/>
            <a:ext cx="4832465" cy="369513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lvl="0" indent="0" eaLnBrk="0" fontAlgn="base" hangingPunct="0">
              <a:spcBef>
                <a:spcPct val="0"/>
              </a:spcBef>
              <a:spcAft>
                <a:spcPts val="600"/>
              </a:spcAft>
              <a:buFontTx/>
              <a:buChar char="•"/>
            </a:pPr>
            <a:r>
              <a:rPr lang="en-US" altLang="en-US" dirty="0">
                <a:effectLst/>
                <a:latin typeface="Arial" panose="020B0604020202020204" pitchFamily="34" charset="0"/>
              </a:rPr>
              <a:t> Domain knowledge materially improves extraction performance</a:t>
            </a:r>
          </a:p>
          <a:p>
            <a:pPr marL="0" lvl="0" indent="0" eaLnBrk="0" fontAlgn="base" hangingPunct="0">
              <a:spcBef>
                <a:spcPct val="0"/>
              </a:spcBef>
              <a:spcAft>
                <a:spcPts val="600"/>
              </a:spcAft>
              <a:buNone/>
            </a:pPr>
            <a:r>
              <a:rPr lang="en-US" altLang="en-US" dirty="0">
                <a:effectLst/>
                <a:latin typeface="Arial" panose="020B0604020202020204" pitchFamily="34" charset="0"/>
              </a:rPr>
              <a:t>• Off-the-shelf models struggle with implied structure</a:t>
            </a:r>
          </a:p>
          <a:p>
            <a:pPr marL="0" lvl="0" indent="0" eaLnBrk="0" fontAlgn="base" hangingPunct="0">
              <a:spcBef>
                <a:spcPct val="0"/>
              </a:spcBef>
              <a:spcAft>
                <a:spcPts val="600"/>
              </a:spcAft>
              <a:buNone/>
            </a:pPr>
            <a:r>
              <a:rPr lang="en-US" altLang="en-US" dirty="0">
                <a:effectLst/>
                <a:latin typeface="Arial" panose="020B0604020202020204" pitchFamily="34" charset="0"/>
              </a:rPr>
              <a:t>• Augmented pipelines outperform regex and baseline ML</a:t>
            </a:r>
          </a:p>
          <a:p>
            <a:pPr marL="0" lvl="0" indent="0" eaLnBrk="0" fontAlgn="base" hangingPunct="0">
              <a:spcBef>
                <a:spcPct val="0"/>
              </a:spcBef>
              <a:spcAft>
                <a:spcPts val="600"/>
              </a:spcAft>
              <a:buNone/>
            </a:pPr>
            <a:r>
              <a:rPr lang="en-US" altLang="en-US" dirty="0">
                <a:effectLst/>
                <a:latin typeface="Arial" panose="020B0604020202020204" pitchFamily="34" charset="0"/>
              </a:rPr>
              <a:t>• Best results come from combining rules with learning</a:t>
            </a:r>
          </a:p>
        </p:txBody>
      </p:sp>
    </p:spTree>
    <p:extLst>
      <p:ext uri="{BB962C8B-B14F-4D97-AF65-F5344CB8AC3E}">
        <p14:creationId xmlns:p14="http://schemas.microsoft.com/office/powerpoint/2010/main" val="106073688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TM04033921[[fn=Damask]]</Template>
  <TotalTime>1865</TotalTime>
  <Words>1873</Words>
  <Application>Microsoft Office PowerPoint</Application>
  <PresentationFormat>Widescreen</PresentationFormat>
  <Paragraphs>106</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Aptos</vt:lpstr>
      <vt:lpstr>Arial</vt:lpstr>
      <vt:lpstr>Bookman Old Style</vt:lpstr>
      <vt:lpstr>Calibri</vt:lpstr>
      <vt:lpstr>Rockwell</vt:lpstr>
      <vt:lpstr>Damask</vt:lpstr>
      <vt:lpstr>Entity Extraction with 10-Ks:</vt:lpstr>
      <vt:lpstr>PowerPoint Presentation</vt:lpstr>
      <vt:lpstr>Scoping the Problem</vt:lpstr>
      <vt:lpstr>PowerPoint Presentation</vt:lpstr>
      <vt:lpstr>Data Preparation &amp; Scoping</vt:lpstr>
      <vt:lpstr>Establishing a Baseline</vt:lpstr>
      <vt:lpstr>Guided Named Entity Recognition</vt:lpstr>
      <vt:lpstr>Evaluation &amp; Gold Set</vt:lpstr>
      <vt:lpstr>results</vt:lpstr>
      <vt:lpstr>Key Takeaways &amp; Implications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Alison Bridgers</dc:creator>
  <cp:lastModifiedBy>Alison Bridgers</cp:lastModifiedBy>
  <cp:revision>1</cp:revision>
  <dcterms:created xsi:type="dcterms:W3CDTF">2026-01-05T13:19:33Z</dcterms:created>
  <dcterms:modified xsi:type="dcterms:W3CDTF">2026-01-06T20:25:02Z</dcterms:modified>
</cp:coreProperties>
</file>